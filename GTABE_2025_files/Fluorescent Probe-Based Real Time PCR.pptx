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1887200" cy="7315200"/>
  <p:notesSz cx="7315200" cy="11887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CB2E84-FC9A-4F32-BE73-0599EBBCE9AF}" v="1" dt="2025-11-24T11:07:12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0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on Gallego Simon" userId="d2dbacd0-c81d-4f65-8fe2-a388b80a5b97" providerId="ADAL" clId="{69982B7A-B42D-4A15-87DC-100B6479839C}"/>
    <pc:docChg chg="modSld">
      <pc:chgData name="Ramon Gallego Simon" userId="d2dbacd0-c81d-4f65-8fe2-a388b80a5b97" providerId="ADAL" clId="{69982B7A-B42D-4A15-87DC-100B6479839C}" dt="2025-11-24T11:07:12.592" v="0" actId="164"/>
      <pc:docMkLst>
        <pc:docMk/>
      </pc:docMkLst>
      <pc:sldChg chg="addSp modSp">
        <pc:chgData name="Ramon Gallego Simon" userId="d2dbacd0-c81d-4f65-8fe2-a388b80a5b97" providerId="ADAL" clId="{69982B7A-B42D-4A15-87DC-100B6479839C}" dt="2025-11-24T11:07:12.592" v="0" actId="164"/>
        <pc:sldMkLst>
          <pc:docMk/>
          <pc:sldMk cId="0" sldId="256"/>
        </pc:sldMkLst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9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23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31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41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61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69" creationId="{00000000-0000-0000-0000-000000000000}"/>
          </ac:spMkLst>
        </pc:spChg>
        <pc:spChg chg="mod">
          <ac:chgData name="Ramon Gallego Simon" userId="d2dbacd0-c81d-4f65-8fe2-a388b80a5b97" providerId="ADAL" clId="{69982B7A-B42D-4A15-87DC-100B6479839C}" dt="2025-11-24T11:07:12.592" v="0" actId="164"/>
          <ac:spMkLst>
            <pc:docMk/>
            <pc:sldMk cId="0" sldId="256"/>
            <ac:spMk id="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81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image" Target="../media/image53.png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slideLayout" Target="../slideLayouts/slideLayout1.xml"/><Relationship Id="rId68" Type="http://schemas.openxmlformats.org/officeDocument/2006/relationships/image" Target="../media/image4.png"/><Relationship Id="rId84" Type="http://schemas.openxmlformats.org/officeDocument/2006/relationships/image" Target="../media/image20.png"/><Relationship Id="rId89" Type="http://schemas.openxmlformats.org/officeDocument/2006/relationships/image" Target="../media/image25.png"/><Relationship Id="rId112" Type="http://schemas.openxmlformats.org/officeDocument/2006/relationships/image" Target="../media/image48.png"/><Relationship Id="rId16" Type="http://schemas.openxmlformats.org/officeDocument/2006/relationships/tags" Target="../tags/tag16.xml"/><Relationship Id="rId107" Type="http://schemas.openxmlformats.org/officeDocument/2006/relationships/image" Target="../media/image43.png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image" Target="../media/image10.png"/><Relationship Id="rId79" Type="http://schemas.openxmlformats.org/officeDocument/2006/relationships/image" Target="../media/image15.png"/><Relationship Id="rId102" Type="http://schemas.openxmlformats.org/officeDocument/2006/relationships/image" Target="../media/image38.png"/><Relationship Id="rId5" Type="http://schemas.openxmlformats.org/officeDocument/2006/relationships/tags" Target="../tags/tag5.xml"/><Relationship Id="rId90" Type="http://schemas.openxmlformats.org/officeDocument/2006/relationships/image" Target="../media/image26.png"/><Relationship Id="rId95" Type="http://schemas.openxmlformats.org/officeDocument/2006/relationships/image" Target="../media/image31.png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notesSlide" Target="../notesSlides/notesSlide1.xml"/><Relationship Id="rId69" Type="http://schemas.openxmlformats.org/officeDocument/2006/relationships/image" Target="../media/image5.png"/><Relationship Id="rId113" Type="http://schemas.openxmlformats.org/officeDocument/2006/relationships/image" Target="../media/image49.png"/><Relationship Id="rId118" Type="http://schemas.openxmlformats.org/officeDocument/2006/relationships/image" Target="../media/image54.png"/><Relationship Id="rId80" Type="http://schemas.openxmlformats.org/officeDocument/2006/relationships/image" Target="../media/image16.png"/><Relationship Id="rId85" Type="http://schemas.openxmlformats.org/officeDocument/2006/relationships/image" Target="../media/image21.png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image" Target="../media/image39.png"/><Relationship Id="rId108" Type="http://schemas.openxmlformats.org/officeDocument/2006/relationships/image" Target="../media/image44.png"/><Relationship Id="rId54" Type="http://schemas.openxmlformats.org/officeDocument/2006/relationships/tags" Target="../tags/tag54.xml"/><Relationship Id="rId70" Type="http://schemas.openxmlformats.org/officeDocument/2006/relationships/image" Target="../media/image6.png"/><Relationship Id="rId75" Type="http://schemas.openxmlformats.org/officeDocument/2006/relationships/image" Target="../media/image11.png"/><Relationship Id="rId91" Type="http://schemas.openxmlformats.org/officeDocument/2006/relationships/image" Target="../media/image27.png"/><Relationship Id="rId96" Type="http://schemas.openxmlformats.org/officeDocument/2006/relationships/image" Target="../media/image3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image" Target="../media/image50.png"/><Relationship Id="rId119" Type="http://schemas.openxmlformats.org/officeDocument/2006/relationships/image" Target="../media/image55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image" Target="../media/image1.png"/><Relationship Id="rId73" Type="http://schemas.openxmlformats.org/officeDocument/2006/relationships/image" Target="../media/image9.png"/><Relationship Id="rId78" Type="http://schemas.openxmlformats.org/officeDocument/2006/relationships/image" Target="../media/image14.png"/><Relationship Id="rId81" Type="http://schemas.openxmlformats.org/officeDocument/2006/relationships/image" Target="../media/image17.png"/><Relationship Id="rId86" Type="http://schemas.openxmlformats.org/officeDocument/2006/relationships/image" Target="../media/image22.png"/><Relationship Id="rId94" Type="http://schemas.openxmlformats.org/officeDocument/2006/relationships/image" Target="../media/image30.png"/><Relationship Id="rId99" Type="http://schemas.openxmlformats.org/officeDocument/2006/relationships/image" Target="../media/image35.png"/><Relationship Id="rId101" Type="http://schemas.openxmlformats.org/officeDocument/2006/relationships/image" Target="../media/image3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image" Target="../media/image45.png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image" Target="../media/image12.png"/><Relationship Id="rId97" Type="http://schemas.openxmlformats.org/officeDocument/2006/relationships/image" Target="../media/image33.png"/><Relationship Id="rId104" Type="http://schemas.openxmlformats.org/officeDocument/2006/relationships/image" Target="../media/image40.png"/><Relationship Id="rId7" Type="http://schemas.openxmlformats.org/officeDocument/2006/relationships/tags" Target="../tags/tag7.xml"/><Relationship Id="rId71" Type="http://schemas.openxmlformats.org/officeDocument/2006/relationships/image" Target="../media/image7.png"/><Relationship Id="rId92" Type="http://schemas.openxmlformats.org/officeDocument/2006/relationships/image" Target="../media/image28.png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image" Target="../media/image2.png"/><Relationship Id="rId87" Type="http://schemas.openxmlformats.org/officeDocument/2006/relationships/image" Target="../media/image23.png"/><Relationship Id="rId110" Type="http://schemas.openxmlformats.org/officeDocument/2006/relationships/image" Target="../media/image46.png"/><Relationship Id="rId115" Type="http://schemas.openxmlformats.org/officeDocument/2006/relationships/image" Target="../media/image51.png"/><Relationship Id="rId61" Type="http://schemas.openxmlformats.org/officeDocument/2006/relationships/tags" Target="../tags/tag61.xml"/><Relationship Id="rId82" Type="http://schemas.openxmlformats.org/officeDocument/2006/relationships/image" Target="../media/image18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image" Target="../media/image13.png"/><Relationship Id="rId100" Type="http://schemas.openxmlformats.org/officeDocument/2006/relationships/image" Target="../media/image36.png"/><Relationship Id="rId105" Type="http://schemas.openxmlformats.org/officeDocument/2006/relationships/image" Target="../media/image41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image" Target="../media/image8.png"/><Relationship Id="rId93" Type="http://schemas.openxmlformats.org/officeDocument/2006/relationships/image" Target="../media/image29.png"/><Relationship Id="rId98" Type="http://schemas.openxmlformats.org/officeDocument/2006/relationships/image" Target="../media/image34.png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image" Target="../media/image3.png"/><Relationship Id="rId116" Type="http://schemas.openxmlformats.org/officeDocument/2006/relationships/image" Target="../media/image52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image" Target="../media/image19.png"/><Relationship Id="rId88" Type="http://schemas.openxmlformats.org/officeDocument/2006/relationships/image" Target="../media/image24.png"/><Relationship Id="rId111" Type="http://schemas.openxmlformats.org/officeDocument/2006/relationships/image" Target="../media/image47.png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image" Target="../media/image4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biorender.com" TargetMode="External"/><Relationship Id="rId5" Type="http://schemas.openxmlformats.org/officeDocument/2006/relationships/hyperlink" Target="https://app.biorender.com/illustrations/6922f52239572f2dc8949e40" TargetMode="External"/><Relationship Id="rId4" Type="http://schemas.openxmlformats.org/officeDocument/2006/relationships/image" Target="../media/image57.svg"/><Relationship Id="rId9" Type="http://schemas.openxmlformats.org/officeDocument/2006/relationships/hyperlink" Target="https://appsource.microsoft.com/en-us/product/office/wa200006038?src=product&amp;mktcmpid=pptx_expo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31718579-2EAC-78CB-3A12-36427556F6C5}"/>
              </a:ext>
            </a:extLst>
          </p:cNvPr>
          <p:cNvGrpSpPr/>
          <p:nvPr/>
        </p:nvGrpSpPr>
        <p:grpSpPr>
          <a:xfrm>
            <a:off x="352122" y="401336"/>
            <a:ext cx="11106657" cy="6588687"/>
            <a:chOff x="352122" y="401336"/>
            <a:chExt cx="11106657" cy="6588687"/>
          </a:xfrm>
        </p:grpSpPr>
        <p:pic>
          <p:nvPicPr>
            <p:cNvPr id="2" name="Image 0" descr="preencoded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5"/>
            <a:stretch>
              <a:fillRect/>
            </a:stretch>
          </p:blipFill>
          <p:spPr>
            <a:xfrm>
              <a:off x="2862051" y="2793106"/>
              <a:ext cx="2167128" cy="829056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6"/>
            <a:stretch>
              <a:fillRect/>
            </a:stretch>
          </p:blipFill>
          <p:spPr>
            <a:xfrm>
              <a:off x="5439854" y="5691522"/>
              <a:ext cx="890016" cy="527304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6"/>
            <a:stretch>
              <a:fillRect/>
            </a:stretch>
          </p:blipFill>
          <p:spPr>
            <a:xfrm>
              <a:off x="2867557" y="5691522"/>
              <a:ext cx="890016" cy="527304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7"/>
            <a:stretch>
              <a:fillRect/>
            </a:stretch>
          </p:blipFill>
          <p:spPr>
            <a:xfrm>
              <a:off x="2864959" y="2123021"/>
              <a:ext cx="2167128" cy="829056"/>
            </a:xfrm>
            <a:prstGeom prst="rect">
              <a:avLst/>
            </a:prstGeom>
          </p:spPr>
        </p:pic>
        <p:sp>
          <p:nvSpPr>
            <p:cNvPr id="6" name="Text 0"/>
            <p:cNvSpPr/>
            <p:nvPr/>
          </p:nvSpPr>
          <p:spPr>
            <a:xfrm>
              <a:off x="501661" y="401336"/>
              <a:ext cx="8135515" cy="4286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2900" b="1" dirty="0">
                  <a:solidFill>
                    <a:srgbClr val="15528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Fluorescent Probe-Based Real Time PCR (qPCR)</a:t>
              </a:r>
              <a:endParaRPr lang="en-US" sz="2900" dirty="0"/>
            </a:p>
          </p:txBody>
        </p:sp>
        <p:pic>
          <p:nvPicPr>
            <p:cNvPr id="7" name="Image 4" descr="preencoded.png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68"/>
            <a:stretch>
              <a:fillRect/>
            </a:stretch>
          </p:blipFill>
          <p:spPr>
            <a:xfrm>
              <a:off x="1779541" y="4076135"/>
              <a:ext cx="8177784" cy="2913888"/>
            </a:xfrm>
            <a:prstGeom prst="rect">
              <a:avLst/>
            </a:prstGeom>
          </p:spPr>
        </p:pic>
        <p:sp>
          <p:nvSpPr>
            <p:cNvPr id="8" name="Text 1"/>
            <p:cNvSpPr/>
            <p:nvPr/>
          </p:nvSpPr>
          <p:spPr>
            <a:xfrm>
              <a:off x="2807907" y="4452730"/>
              <a:ext cx="1098202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4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Key concept</a:t>
              </a:r>
              <a:endParaRPr lang="en-US" sz="1400" dirty="0"/>
            </a:p>
          </p:txBody>
        </p:sp>
        <p:sp>
          <p:nvSpPr>
            <p:cNvPr id="9" name="Text 2"/>
            <p:cNvSpPr/>
            <p:nvPr/>
          </p:nvSpPr>
          <p:spPr>
            <a:xfrm>
              <a:off x="2483729" y="6304702"/>
              <a:ext cx="1746572" cy="184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Ground state fluorophore</a:t>
              </a:r>
              <a:endParaRPr lang="en-US" sz="1200" dirty="0"/>
            </a:p>
          </p:txBody>
        </p:sp>
        <p:sp>
          <p:nvSpPr>
            <p:cNvPr id="10" name="Text 3"/>
            <p:cNvSpPr/>
            <p:nvPr/>
          </p:nvSpPr>
          <p:spPr>
            <a:xfrm>
              <a:off x="4857896" y="6307807"/>
              <a:ext cx="1745973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Excited state fluorophore</a:t>
              </a:r>
              <a:endParaRPr lang="en-US" sz="1200" dirty="0"/>
            </a:p>
          </p:txBody>
        </p:sp>
        <p:sp>
          <p:nvSpPr>
            <p:cNvPr id="11" name="Text 4"/>
            <p:cNvSpPr/>
            <p:nvPr/>
          </p:nvSpPr>
          <p:spPr>
            <a:xfrm>
              <a:off x="3681057" y="5391896"/>
              <a:ext cx="649635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Quencher</a:t>
              </a:r>
              <a:endParaRPr lang="en-US" sz="1200" dirty="0"/>
            </a:p>
          </p:txBody>
        </p:sp>
        <p:sp>
          <p:nvSpPr>
            <p:cNvPr id="12" name="Text 5"/>
            <p:cNvSpPr/>
            <p:nvPr/>
          </p:nvSpPr>
          <p:spPr>
            <a:xfrm>
              <a:off x="2153042" y="5212785"/>
              <a:ext cx="796007" cy="3600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Fluorescent reporter</a:t>
              </a:r>
              <a:endParaRPr lang="en-US" sz="1200" dirty="0"/>
            </a:p>
          </p:txBody>
        </p:sp>
        <p:pic>
          <p:nvPicPr>
            <p:cNvPr id="13" name="Image 5" descr="preencoded.png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69"/>
            <a:stretch>
              <a:fillRect/>
            </a:stretch>
          </p:blipFill>
          <p:spPr>
            <a:xfrm>
              <a:off x="6105987" y="5573321"/>
              <a:ext cx="271272" cy="271272"/>
            </a:xfrm>
            <a:prstGeom prst="rect">
              <a:avLst/>
            </a:prstGeom>
          </p:spPr>
        </p:pic>
        <p:pic>
          <p:nvPicPr>
            <p:cNvPr id="14" name="Image 6" descr="preencoded.png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70"/>
            <a:stretch>
              <a:fillRect/>
            </a:stretch>
          </p:blipFill>
          <p:spPr>
            <a:xfrm>
              <a:off x="5397495" y="5573321"/>
              <a:ext cx="271272" cy="271272"/>
            </a:xfrm>
            <a:prstGeom prst="rect">
              <a:avLst/>
            </a:prstGeom>
          </p:spPr>
        </p:pic>
        <p:pic>
          <p:nvPicPr>
            <p:cNvPr id="15" name="Image 7" descr="preencoded.png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71"/>
            <a:stretch>
              <a:fillRect/>
            </a:stretch>
          </p:blipFill>
          <p:spPr>
            <a:xfrm>
              <a:off x="5424084" y="5797178"/>
              <a:ext cx="295656" cy="323088"/>
            </a:xfrm>
            <a:prstGeom prst="rect">
              <a:avLst/>
            </a:prstGeom>
          </p:spPr>
        </p:pic>
        <p:sp>
          <p:nvSpPr>
            <p:cNvPr id="16" name="Text 6"/>
            <p:cNvSpPr/>
            <p:nvPr/>
          </p:nvSpPr>
          <p:spPr>
            <a:xfrm>
              <a:off x="4551676" y="5811509"/>
              <a:ext cx="819812" cy="353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Polymerase</a:t>
              </a:r>
              <a:endParaRPr lang="en-US" sz="1200" dirty="0"/>
            </a:p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cleavage</a:t>
              </a:r>
              <a:endParaRPr lang="en-US" sz="1200" dirty="0"/>
            </a:p>
          </p:txBody>
        </p:sp>
        <p:pic>
          <p:nvPicPr>
            <p:cNvPr id="17" name="Image 8" descr="preencoded.png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72"/>
            <a:stretch>
              <a:fillRect/>
            </a:stretch>
          </p:blipFill>
          <p:spPr>
            <a:xfrm>
              <a:off x="5091230" y="5309606"/>
              <a:ext cx="402336" cy="487680"/>
            </a:xfrm>
            <a:prstGeom prst="rect">
              <a:avLst/>
            </a:prstGeom>
          </p:spPr>
        </p:pic>
        <p:pic>
          <p:nvPicPr>
            <p:cNvPr id="18" name="Image 9" descr="preencoded.pn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73"/>
            <a:stretch>
              <a:fillRect/>
            </a:stretch>
          </p:blipFill>
          <p:spPr>
            <a:xfrm>
              <a:off x="3530129" y="5580234"/>
              <a:ext cx="265176" cy="265176"/>
            </a:xfrm>
            <a:prstGeom prst="rect">
              <a:avLst/>
            </a:prstGeom>
          </p:spPr>
        </p:pic>
        <p:pic>
          <p:nvPicPr>
            <p:cNvPr id="19" name="Image 10" descr="preencoded.png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74"/>
            <a:stretch>
              <a:fillRect/>
            </a:stretch>
          </p:blipFill>
          <p:spPr>
            <a:xfrm>
              <a:off x="2844940" y="5580234"/>
              <a:ext cx="265176" cy="265176"/>
            </a:xfrm>
            <a:prstGeom prst="rect">
              <a:avLst/>
            </a:prstGeom>
          </p:spPr>
        </p:pic>
        <p:pic>
          <p:nvPicPr>
            <p:cNvPr id="20" name="Image 11" descr="preencoded.png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75"/>
            <a:stretch>
              <a:fillRect/>
            </a:stretch>
          </p:blipFill>
          <p:spPr>
            <a:xfrm>
              <a:off x="2956921" y="5360195"/>
              <a:ext cx="755904" cy="289560"/>
            </a:xfrm>
            <a:prstGeom prst="rect">
              <a:avLst/>
            </a:prstGeom>
          </p:spPr>
        </p:pic>
        <p:sp>
          <p:nvSpPr>
            <p:cNvPr id="21" name="Text 7"/>
            <p:cNvSpPr/>
            <p:nvPr/>
          </p:nvSpPr>
          <p:spPr>
            <a:xfrm>
              <a:off x="5683802" y="4907143"/>
              <a:ext cx="796007" cy="353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Fluorescent signal</a:t>
              </a:r>
              <a:endParaRPr lang="en-US" sz="1200" dirty="0"/>
            </a:p>
          </p:txBody>
        </p:sp>
        <p:pic>
          <p:nvPicPr>
            <p:cNvPr id="22" name="Image 12" descr="preencoded.png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76"/>
            <a:stretch>
              <a:fillRect/>
            </a:stretch>
          </p:blipFill>
          <p:spPr>
            <a:xfrm>
              <a:off x="5021938" y="4744177"/>
              <a:ext cx="637032" cy="637032"/>
            </a:xfrm>
            <a:prstGeom prst="rect">
              <a:avLst/>
            </a:prstGeom>
          </p:spPr>
        </p:pic>
        <p:sp>
          <p:nvSpPr>
            <p:cNvPr id="23" name="Text 8"/>
            <p:cNvSpPr/>
            <p:nvPr/>
          </p:nvSpPr>
          <p:spPr>
            <a:xfrm>
              <a:off x="4458710" y="2766382"/>
              <a:ext cx="881540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Denaturation</a:t>
              </a:r>
              <a:endParaRPr lang="en-US" sz="1200" dirty="0"/>
            </a:p>
          </p:txBody>
        </p:sp>
        <p:pic>
          <p:nvPicPr>
            <p:cNvPr id="24" name="Image 13" descr="preencoded.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77"/>
            <a:stretch>
              <a:fillRect/>
            </a:stretch>
          </p:blipFill>
          <p:spPr>
            <a:xfrm>
              <a:off x="4633687" y="1895199"/>
              <a:ext cx="539496" cy="524256"/>
            </a:xfrm>
            <a:prstGeom prst="rect">
              <a:avLst/>
            </a:prstGeom>
          </p:spPr>
        </p:pic>
        <p:pic>
          <p:nvPicPr>
            <p:cNvPr id="25" name="Image 14" descr="preencoded.png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78"/>
            <a:stretch>
              <a:fillRect/>
            </a:stretch>
          </p:blipFill>
          <p:spPr>
            <a:xfrm>
              <a:off x="4750736" y="3375838"/>
              <a:ext cx="344424" cy="423672"/>
            </a:xfrm>
            <a:prstGeom prst="rect">
              <a:avLst/>
            </a:prstGeom>
          </p:spPr>
        </p:pic>
        <p:pic>
          <p:nvPicPr>
            <p:cNvPr id="26" name="Image 15" descr="preencoded.png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79"/>
            <a:stretch>
              <a:fillRect/>
            </a:stretch>
          </p:blipFill>
          <p:spPr>
            <a:xfrm>
              <a:off x="7039067" y="2973314"/>
              <a:ext cx="618744" cy="262128"/>
            </a:xfrm>
            <a:prstGeom prst="rect">
              <a:avLst/>
            </a:prstGeom>
          </p:spPr>
        </p:pic>
        <p:sp>
          <p:nvSpPr>
            <p:cNvPr id="27" name="Text 9"/>
            <p:cNvSpPr/>
            <p:nvPr/>
          </p:nvSpPr>
          <p:spPr>
            <a:xfrm>
              <a:off x="7635805" y="3348167"/>
              <a:ext cx="886580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EB7D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Bound probe</a:t>
              </a:r>
              <a:endParaRPr lang="en-US" sz="1200" dirty="0"/>
            </a:p>
          </p:txBody>
        </p:sp>
        <p:sp>
          <p:nvSpPr>
            <p:cNvPr id="28" name="Text 10"/>
            <p:cNvSpPr/>
            <p:nvPr/>
          </p:nvSpPr>
          <p:spPr>
            <a:xfrm>
              <a:off x="6168003" y="3065829"/>
              <a:ext cx="555947" cy="353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C22BB1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Forward primer</a:t>
              </a:r>
              <a:endParaRPr lang="en-US" sz="1200" dirty="0"/>
            </a:p>
          </p:txBody>
        </p:sp>
        <p:sp>
          <p:nvSpPr>
            <p:cNvPr id="29" name="Text 11"/>
            <p:cNvSpPr/>
            <p:nvPr/>
          </p:nvSpPr>
          <p:spPr>
            <a:xfrm>
              <a:off x="2918646" y="2909900"/>
              <a:ext cx="112142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3'</a:t>
              </a:r>
              <a:endParaRPr lang="en-US" sz="1200" dirty="0"/>
            </a:p>
          </p:txBody>
        </p:sp>
        <p:sp>
          <p:nvSpPr>
            <p:cNvPr id="30" name="Text 12"/>
            <p:cNvSpPr/>
            <p:nvPr/>
          </p:nvSpPr>
          <p:spPr>
            <a:xfrm>
              <a:off x="2918646" y="2680748"/>
              <a:ext cx="112142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5'</a:t>
              </a:r>
              <a:endParaRPr lang="en-US" sz="1200" dirty="0"/>
            </a:p>
          </p:txBody>
        </p:sp>
        <p:sp>
          <p:nvSpPr>
            <p:cNvPr id="31" name="Text 13"/>
            <p:cNvSpPr/>
            <p:nvPr/>
          </p:nvSpPr>
          <p:spPr>
            <a:xfrm>
              <a:off x="6007439" y="3566901"/>
              <a:ext cx="167231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3'</a:t>
              </a:r>
              <a:endParaRPr lang="en-US" sz="1200" dirty="0"/>
            </a:p>
          </p:txBody>
        </p:sp>
        <p:sp>
          <p:nvSpPr>
            <p:cNvPr id="32" name="Text 14"/>
            <p:cNvSpPr/>
            <p:nvPr/>
          </p:nvSpPr>
          <p:spPr>
            <a:xfrm>
              <a:off x="6008021" y="2098393"/>
              <a:ext cx="166066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5'</a:t>
              </a:r>
              <a:endParaRPr lang="en-US" sz="1200" dirty="0"/>
            </a:p>
          </p:txBody>
        </p:sp>
        <p:sp>
          <p:nvSpPr>
            <p:cNvPr id="33" name="Text 15"/>
            <p:cNvSpPr/>
            <p:nvPr/>
          </p:nvSpPr>
          <p:spPr>
            <a:xfrm>
              <a:off x="6914447" y="2432678"/>
              <a:ext cx="1041867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82267B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Reverse primer</a:t>
              </a:r>
              <a:endParaRPr lang="en-US" sz="1200" dirty="0"/>
            </a:p>
          </p:txBody>
        </p:sp>
        <p:pic>
          <p:nvPicPr>
            <p:cNvPr id="34" name="Image 16" descr="preencoded.png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80"/>
            <a:stretch>
              <a:fillRect/>
            </a:stretch>
          </p:blipFill>
          <p:spPr>
            <a:xfrm>
              <a:off x="7898083" y="2346433"/>
              <a:ext cx="344424" cy="423672"/>
            </a:xfrm>
            <a:prstGeom prst="rect">
              <a:avLst/>
            </a:prstGeom>
          </p:spPr>
        </p:pic>
        <p:sp>
          <p:nvSpPr>
            <p:cNvPr id="35" name="Text 16"/>
            <p:cNvSpPr/>
            <p:nvPr/>
          </p:nvSpPr>
          <p:spPr>
            <a:xfrm>
              <a:off x="3389633" y="1446470"/>
              <a:ext cx="151540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3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Denaturation (95°C)</a:t>
              </a:r>
              <a:endParaRPr lang="en-US" sz="1300" dirty="0"/>
            </a:p>
          </p:txBody>
        </p:sp>
        <p:pic>
          <p:nvPicPr>
            <p:cNvPr id="36" name="Image 17" descr="preencoded.png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81"/>
            <a:stretch>
              <a:fillRect/>
            </a:stretch>
          </p:blipFill>
          <p:spPr>
            <a:xfrm>
              <a:off x="2941004" y="1332932"/>
              <a:ext cx="417576" cy="417576"/>
            </a:xfrm>
            <a:prstGeom prst="rect">
              <a:avLst/>
            </a:prstGeom>
          </p:spPr>
        </p:pic>
        <p:sp>
          <p:nvSpPr>
            <p:cNvPr id="37" name="Text 17"/>
            <p:cNvSpPr/>
            <p:nvPr/>
          </p:nvSpPr>
          <p:spPr>
            <a:xfrm>
              <a:off x="6434854" y="1446470"/>
              <a:ext cx="180047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3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Primer annealing (60°C)</a:t>
              </a:r>
              <a:endParaRPr lang="en-US" sz="1300" dirty="0"/>
            </a:p>
          </p:txBody>
        </p:sp>
        <p:pic>
          <p:nvPicPr>
            <p:cNvPr id="38" name="Image 18" descr="preencoded.png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82"/>
            <a:stretch>
              <a:fillRect/>
            </a:stretch>
          </p:blipFill>
          <p:spPr>
            <a:xfrm>
              <a:off x="5999649" y="1332932"/>
              <a:ext cx="417576" cy="417576"/>
            </a:xfrm>
            <a:prstGeom prst="rect">
              <a:avLst/>
            </a:prstGeom>
          </p:spPr>
        </p:pic>
        <p:sp>
          <p:nvSpPr>
            <p:cNvPr id="39" name="Text 18"/>
            <p:cNvSpPr/>
            <p:nvPr/>
          </p:nvSpPr>
          <p:spPr>
            <a:xfrm>
              <a:off x="9781711" y="1446470"/>
              <a:ext cx="128233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3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Extension (72°C)</a:t>
              </a:r>
              <a:endParaRPr lang="en-US" sz="1300" dirty="0"/>
            </a:p>
          </p:txBody>
        </p:sp>
        <p:pic>
          <p:nvPicPr>
            <p:cNvPr id="40" name="Image 19" descr="preencoded.png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83"/>
            <a:stretch>
              <a:fillRect/>
            </a:stretch>
          </p:blipFill>
          <p:spPr>
            <a:xfrm>
              <a:off x="9346679" y="1332932"/>
              <a:ext cx="417576" cy="417576"/>
            </a:xfrm>
            <a:prstGeom prst="rect">
              <a:avLst/>
            </a:prstGeom>
          </p:spPr>
        </p:pic>
        <p:sp>
          <p:nvSpPr>
            <p:cNvPr id="41" name="Text 19"/>
            <p:cNvSpPr/>
            <p:nvPr/>
          </p:nvSpPr>
          <p:spPr>
            <a:xfrm>
              <a:off x="1337740" y="1446470"/>
              <a:ext cx="65769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3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Initiation</a:t>
              </a:r>
              <a:endParaRPr lang="en-US" sz="1300" dirty="0"/>
            </a:p>
          </p:txBody>
        </p:sp>
        <p:pic>
          <p:nvPicPr>
            <p:cNvPr id="42" name="Image 20" descr="preencoded.png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84"/>
            <a:stretch>
              <a:fillRect/>
            </a:stretch>
          </p:blipFill>
          <p:spPr>
            <a:xfrm>
              <a:off x="896422" y="1332932"/>
              <a:ext cx="417576" cy="417576"/>
            </a:xfrm>
            <a:prstGeom prst="rect">
              <a:avLst/>
            </a:prstGeom>
          </p:spPr>
        </p:pic>
        <p:sp>
          <p:nvSpPr>
            <p:cNvPr id="43" name="Text 20"/>
            <p:cNvSpPr/>
            <p:nvPr/>
          </p:nvSpPr>
          <p:spPr>
            <a:xfrm>
              <a:off x="9137320" y="2299248"/>
              <a:ext cx="161598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3'</a:t>
              </a:r>
              <a:endParaRPr lang="en-US" sz="1200" dirty="0"/>
            </a:p>
          </p:txBody>
        </p:sp>
        <p:sp>
          <p:nvSpPr>
            <p:cNvPr id="44" name="Text 21"/>
            <p:cNvSpPr/>
            <p:nvPr/>
          </p:nvSpPr>
          <p:spPr>
            <a:xfrm>
              <a:off x="9137320" y="2098393"/>
              <a:ext cx="161248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5'</a:t>
              </a:r>
              <a:endParaRPr lang="en-US" sz="1200" dirty="0"/>
            </a:p>
          </p:txBody>
        </p:sp>
        <p:sp>
          <p:nvSpPr>
            <p:cNvPr id="45" name="Text 22"/>
            <p:cNvSpPr/>
            <p:nvPr/>
          </p:nvSpPr>
          <p:spPr>
            <a:xfrm>
              <a:off x="8748755" y="2603242"/>
              <a:ext cx="1221443" cy="353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Fluorescent</a:t>
              </a:r>
              <a:endParaRPr lang="en-US" sz="1200" dirty="0"/>
            </a:p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reporter released</a:t>
              </a:r>
              <a:endParaRPr lang="en-US" sz="1200" dirty="0"/>
            </a:p>
          </p:txBody>
        </p:sp>
        <p:pic>
          <p:nvPicPr>
            <p:cNvPr id="46" name="Image 21" descr="preencoded.png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85"/>
            <a:stretch>
              <a:fillRect/>
            </a:stretch>
          </p:blipFill>
          <p:spPr>
            <a:xfrm>
              <a:off x="10093245" y="3006890"/>
              <a:ext cx="310896" cy="304800"/>
            </a:xfrm>
            <a:prstGeom prst="rect">
              <a:avLst/>
            </a:prstGeom>
          </p:spPr>
        </p:pic>
        <p:pic>
          <p:nvPicPr>
            <p:cNvPr id="47" name="Image 22" descr="preencoded.png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86"/>
            <a:stretch>
              <a:fillRect/>
            </a:stretch>
          </p:blipFill>
          <p:spPr>
            <a:xfrm>
              <a:off x="9296345" y="2319516"/>
              <a:ext cx="807720" cy="170688"/>
            </a:xfrm>
            <a:prstGeom prst="rect">
              <a:avLst/>
            </a:prstGeom>
          </p:spPr>
        </p:pic>
        <p:pic>
          <p:nvPicPr>
            <p:cNvPr id="48" name="Image 23" descr="preencoded.png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87"/>
            <a:stretch>
              <a:fillRect/>
            </a:stretch>
          </p:blipFill>
          <p:spPr>
            <a:xfrm>
              <a:off x="10580989" y="3360128"/>
              <a:ext cx="734568" cy="173736"/>
            </a:xfrm>
            <a:prstGeom prst="rect">
              <a:avLst/>
            </a:prstGeom>
          </p:spPr>
        </p:pic>
        <p:sp>
          <p:nvSpPr>
            <p:cNvPr id="49" name="Text 23"/>
            <p:cNvSpPr/>
            <p:nvPr/>
          </p:nvSpPr>
          <p:spPr>
            <a:xfrm>
              <a:off x="9285729" y="1929166"/>
              <a:ext cx="1010245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Polymerization</a:t>
              </a:r>
              <a:endParaRPr lang="en-US" sz="1200" dirty="0"/>
            </a:p>
          </p:txBody>
        </p:sp>
        <p:sp>
          <p:nvSpPr>
            <p:cNvPr id="50" name="Text 24"/>
            <p:cNvSpPr/>
            <p:nvPr/>
          </p:nvSpPr>
          <p:spPr>
            <a:xfrm>
              <a:off x="9137320" y="3566901"/>
              <a:ext cx="167741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3'</a:t>
              </a:r>
              <a:endParaRPr lang="en-US" sz="1200" dirty="0"/>
            </a:p>
          </p:txBody>
        </p:sp>
        <p:sp>
          <p:nvSpPr>
            <p:cNvPr id="51" name="Text 25"/>
            <p:cNvSpPr/>
            <p:nvPr/>
          </p:nvSpPr>
          <p:spPr>
            <a:xfrm>
              <a:off x="9137320" y="3329542"/>
              <a:ext cx="168101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5'</a:t>
              </a:r>
              <a:endParaRPr lang="en-US" sz="1200" dirty="0"/>
            </a:p>
          </p:txBody>
        </p:sp>
        <p:pic>
          <p:nvPicPr>
            <p:cNvPr id="52" name="Image 24" descr="preencoded.png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76"/>
            <a:stretch>
              <a:fillRect/>
            </a:stretch>
          </p:blipFill>
          <p:spPr>
            <a:xfrm>
              <a:off x="10008969" y="2439738"/>
              <a:ext cx="637032" cy="637032"/>
            </a:xfrm>
            <a:prstGeom prst="rect">
              <a:avLst/>
            </a:prstGeom>
          </p:spPr>
        </p:pic>
        <p:pic>
          <p:nvPicPr>
            <p:cNvPr id="53" name="Image 25" descr="preencoded.png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88"/>
            <a:stretch>
              <a:fillRect/>
            </a:stretch>
          </p:blipFill>
          <p:spPr>
            <a:xfrm>
              <a:off x="9943162" y="2833005"/>
              <a:ext cx="292608" cy="588264"/>
            </a:xfrm>
            <a:prstGeom prst="rect">
              <a:avLst/>
            </a:prstGeom>
          </p:spPr>
        </p:pic>
        <p:sp>
          <p:nvSpPr>
            <p:cNvPr id="54" name="Text 26"/>
            <p:cNvSpPr/>
            <p:nvPr/>
          </p:nvSpPr>
          <p:spPr>
            <a:xfrm>
              <a:off x="10662474" y="1929166"/>
              <a:ext cx="796305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Polymerase</a:t>
              </a:r>
              <a:endParaRPr lang="en-US" sz="1200" dirty="0"/>
            </a:p>
          </p:txBody>
        </p:sp>
        <p:pic>
          <p:nvPicPr>
            <p:cNvPr id="55" name="Image 26" descr="preencoded.png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89"/>
            <a:stretch>
              <a:fillRect/>
            </a:stretch>
          </p:blipFill>
          <p:spPr>
            <a:xfrm>
              <a:off x="9063788" y="2091104"/>
              <a:ext cx="2228088" cy="280416"/>
            </a:xfrm>
            <a:prstGeom prst="rect">
              <a:avLst/>
            </a:prstGeom>
          </p:spPr>
        </p:pic>
        <p:pic>
          <p:nvPicPr>
            <p:cNvPr id="56" name="Image 27" descr="preencoded.png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90"/>
            <a:stretch>
              <a:fillRect/>
            </a:stretch>
          </p:blipFill>
          <p:spPr>
            <a:xfrm>
              <a:off x="10028435" y="2207987"/>
              <a:ext cx="893064" cy="280416"/>
            </a:xfrm>
            <a:prstGeom prst="rect">
              <a:avLst/>
            </a:prstGeom>
          </p:spPr>
        </p:pic>
        <p:pic>
          <p:nvPicPr>
            <p:cNvPr id="57" name="Image 28" descr="preencoded.png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91"/>
            <a:stretch>
              <a:fillRect/>
            </a:stretch>
          </p:blipFill>
          <p:spPr>
            <a:xfrm>
              <a:off x="10542213" y="2217825"/>
              <a:ext cx="682752" cy="271272"/>
            </a:xfrm>
            <a:prstGeom prst="rect">
              <a:avLst/>
            </a:prstGeom>
          </p:spPr>
        </p:pic>
        <p:pic>
          <p:nvPicPr>
            <p:cNvPr id="58" name="Image 29" descr="preencoded.png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92"/>
            <a:stretch>
              <a:fillRect/>
            </a:stretch>
          </p:blipFill>
          <p:spPr>
            <a:xfrm>
              <a:off x="10542213" y="2213350"/>
              <a:ext cx="682752" cy="271272"/>
            </a:xfrm>
            <a:prstGeom prst="rect">
              <a:avLst/>
            </a:prstGeom>
          </p:spPr>
        </p:pic>
        <p:pic>
          <p:nvPicPr>
            <p:cNvPr id="59" name="Image 30" descr="preencoded.png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93"/>
            <a:stretch>
              <a:fillRect/>
            </a:stretch>
          </p:blipFill>
          <p:spPr>
            <a:xfrm>
              <a:off x="5354520" y="4406293"/>
              <a:ext cx="624840" cy="637032"/>
            </a:xfrm>
            <a:prstGeom prst="rect">
              <a:avLst/>
            </a:prstGeom>
          </p:spPr>
        </p:pic>
        <p:pic>
          <p:nvPicPr>
            <p:cNvPr id="60" name="Image 31" descr="preencoded.png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10017817" y="2243487"/>
              <a:ext cx="320040" cy="320040"/>
            </a:xfrm>
            <a:prstGeom prst="rect">
              <a:avLst/>
            </a:prstGeom>
          </p:spPr>
        </p:pic>
        <p:sp>
          <p:nvSpPr>
            <p:cNvPr id="61" name="Text 27"/>
            <p:cNvSpPr/>
            <p:nvPr/>
          </p:nvSpPr>
          <p:spPr>
            <a:xfrm>
              <a:off x="721784" y="2497391"/>
              <a:ext cx="994052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Template DNA</a:t>
              </a:r>
              <a:endParaRPr lang="en-US" sz="1200" dirty="0"/>
            </a:p>
          </p:txBody>
        </p:sp>
        <p:sp>
          <p:nvSpPr>
            <p:cNvPr id="62" name="Text 28"/>
            <p:cNvSpPr/>
            <p:nvPr/>
          </p:nvSpPr>
          <p:spPr>
            <a:xfrm>
              <a:off x="501658" y="2909900"/>
              <a:ext cx="112142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3'</a:t>
              </a:r>
              <a:endParaRPr lang="en-US" sz="1200" dirty="0"/>
            </a:p>
          </p:txBody>
        </p:sp>
        <p:sp>
          <p:nvSpPr>
            <p:cNvPr id="63" name="Text 29"/>
            <p:cNvSpPr/>
            <p:nvPr/>
          </p:nvSpPr>
          <p:spPr>
            <a:xfrm>
              <a:off x="501658" y="2680748"/>
              <a:ext cx="115531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5'</a:t>
              </a:r>
              <a:endParaRPr lang="en-US" sz="1200" dirty="0"/>
            </a:p>
          </p:txBody>
        </p:sp>
        <p:pic>
          <p:nvPicPr>
            <p:cNvPr id="64" name="Image 32" descr="preencoded.png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95"/>
            <a:stretch>
              <a:fillRect/>
            </a:stretch>
          </p:blipFill>
          <p:spPr>
            <a:xfrm>
              <a:off x="352122" y="2803799"/>
              <a:ext cx="2566416" cy="280416"/>
            </a:xfrm>
            <a:prstGeom prst="rect">
              <a:avLst/>
            </a:prstGeom>
          </p:spPr>
        </p:pic>
        <p:pic>
          <p:nvPicPr>
            <p:cNvPr id="65" name="Image 33" descr="preencoded.png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96"/>
            <a:stretch>
              <a:fillRect/>
            </a:stretch>
          </p:blipFill>
          <p:spPr>
            <a:xfrm>
              <a:off x="352122" y="2669215"/>
              <a:ext cx="2566416" cy="280416"/>
            </a:xfrm>
            <a:prstGeom prst="rect">
              <a:avLst/>
            </a:prstGeom>
          </p:spPr>
        </p:pic>
        <p:pic>
          <p:nvPicPr>
            <p:cNvPr id="66" name="Image 34" descr="preencoded.png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97"/>
            <a:stretch>
              <a:fillRect/>
            </a:stretch>
          </p:blipFill>
          <p:spPr>
            <a:xfrm>
              <a:off x="7152279" y="6061180"/>
              <a:ext cx="2356104" cy="256032"/>
            </a:xfrm>
            <a:prstGeom prst="rect">
              <a:avLst/>
            </a:prstGeom>
          </p:spPr>
        </p:pic>
        <p:pic>
          <p:nvPicPr>
            <p:cNvPr id="67" name="Image 35" descr="preencoded.png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98"/>
            <a:stretch>
              <a:fillRect/>
            </a:stretch>
          </p:blipFill>
          <p:spPr>
            <a:xfrm>
              <a:off x="7145266" y="4802732"/>
              <a:ext cx="2255520" cy="1499616"/>
            </a:xfrm>
            <a:prstGeom prst="rect">
              <a:avLst/>
            </a:prstGeom>
          </p:spPr>
        </p:pic>
        <p:pic>
          <p:nvPicPr>
            <p:cNvPr id="68" name="Image 36" descr="preencoded.png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99"/>
            <a:stretch>
              <a:fillRect/>
            </a:stretch>
          </p:blipFill>
          <p:spPr>
            <a:xfrm>
              <a:off x="7146432" y="4753410"/>
              <a:ext cx="2389632" cy="1566672"/>
            </a:xfrm>
            <a:prstGeom prst="rect">
              <a:avLst/>
            </a:prstGeom>
          </p:spPr>
        </p:pic>
        <p:sp>
          <p:nvSpPr>
            <p:cNvPr id="69" name="Text 30"/>
            <p:cNvSpPr/>
            <p:nvPr/>
          </p:nvSpPr>
          <p:spPr>
            <a:xfrm rot="-5400000">
              <a:off x="6630274" y="5447303"/>
              <a:ext cx="932949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Fluorescence</a:t>
              </a:r>
              <a:endParaRPr lang="en-US" sz="1200" dirty="0"/>
            </a:p>
          </p:txBody>
        </p:sp>
        <p:pic>
          <p:nvPicPr>
            <p:cNvPr id="70" name="Image 37" descr="preencoded.png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00"/>
            <a:stretch>
              <a:fillRect/>
            </a:stretch>
          </p:blipFill>
          <p:spPr>
            <a:xfrm>
              <a:off x="7140364" y="5750980"/>
              <a:ext cx="2392680" cy="167640"/>
            </a:xfrm>
            <a:prstGeom prst="rect">
              <a:avLst/>
            </a:prstGeom>
          </p:spPr>
        </p:pic>
        <p:sp>
          <p:nvSpPr>
            <p:cNvPr id="71" name="Text 31"/>
            <p:cNvSpPr/>
            <p:nvPr/>
          </p:nvSpPr>
          <p:spPr>
            <a:xfrm>
              <a:off x="8145254" y="6307807"/>
              <a:ext cx="446410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Cycles</a:t>
              </a:r>
              <a:endParaRPr lang="en-US" sz="1200" dirty="0"/>
            </a:p>
          </p:txBody>
        </p:sp>
        <p:sp>
          <p:nvSpPr>
            <p:cNvPr id="72" name="Text 32"/>
            <p:cNvSpPr/>
            <p:nvPr/>
          </p:nvSpPr>
          <p:spPr>
            <a:xfrm>
              <a:off x="8685008" y="5629065"/>
              <a:ext cx="678135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dirty="0">
                  <a:solidFill>
                    <a:srgbClr val="81868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Threshold</a:t>
              </a:r>
              <a:endParaRPr lang="en-US" sz="1200" dirty="0"/>
            </a:p>
          </p:txBody>
        </p:sp>
        <p:sp>
          <p:nvSpPr>
            <p:cNvPr id="73" name="Text 33"/>
            <p:cNvSpPr/>
            <p:nvPr/>
          </p:nvSpPr>
          <p:spPr>
            <a:xfrm>
              <a:off x="8208885" y="5915113"/>
              <a:ext cx="1154259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b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 amplification</a:t>
              </a:r>
              <a:endParaRPr lang="en-US" sz="1200" dirty="0"/>
            </a:p>
          </p:txBody>
        </p:sp>
        <p:sp>
          <p:nvSpPr>
            <p:cNvPr id="74" name="Text 34"/>
            <p:cNvSpPr/>
            <p:nvPr/>
          </p:nvSpPr>
          <p:spPr>
            <a:xfrm>
              <a:off x="8448297" y="5079353"/>
              <a:ext cx="914846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ct val="97750"/>
                </a:lnSpc>
                <a:buNone/>
              </a:pPr>
              <a:r>
                <a:rPr lang="en-US" sz="1200" b="1" dirty="0">
                  <a:solidFill>
                    <a:srgbClr val="53D42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Amplification</a:t>
              </a:r>
              <a:endParaRPr lang="en-US" sz="1200" dirty="0"/>
            </a:p>
          </p:txBody>
        </p:sp>
        <p:sp>
          <p:nvSpPr>
            <p:cNvPr id="75" name="Text 35"/>
            <p:cNvSpPr/>
            <p:nvPr/>
          </p:nvSpPr>
          <p:spPr>
            <a:xfrm>
              <a:off x="8070923" y="4452730"/>
              <a:ext cx="598906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7750"/>
                </a:lnSpc>
                <a:buNone/>
              </a:pPr>
              <a:r>
                <a:rPr lang="en-US" sz="1400" b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Results</a:t>
              </a:r>
              <a:endParaRPr lang="en-US" sz="1400" dirty="0"/>
            </a:p>
          </p:txBody>
        </p:sp>
        <p:pic>
          <p:nvPicPr>
            <p:cNvPr id="76" name="Image 38" descr="preencoded.png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89"/>
            <a:stretch>
              <a:fillRect/>
            </a:stretch>
          </p:blipFill>
          <p:spPr>
            <a:xfrm>
              <a:off x="5939812" y="2091104"/>
              <a:ext cx="2228088" cy="280416"/>
            </a:xfrm>
            <a:prstGeom prst="rect">
              <a:avLst/>
            </a:prstGeom>
          </p:spPr>
        </p:pic>
        <p:pic>
          <p:nvPicPr>
            <p:cNvPr id="77" name="Image 39" descr="preencoded.png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91"/>
            <a:stretch>
              <a:fillRect/>
            </a:stretch>
          </p:blipFill>
          <p:spPr>
            <a:xfrm>
              <a:off x="7418236" y="2212755"/>
              <a:ext cx="682752" cy="271272"/>
            </a:xfrm>
            <a:prstGeom prst="rect">
              <a:avLst/>
            </a:prstGeom>
          </p:spPr>
        </p:pic>
        <p:pic>
          <p:nvPicPr>
            <p:cNvPr id="78" name="Image 40" descr="preencoded.png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92"/>
            <a:stretch>
              <a:fillRect/>
            </a:stretch>
          </p:blipFill>
          <p:spPr>
            <a:xfrm>
              <a:off x="7418236" y="2208279"/>
              <a:ext cx="682752" cy="271272"/>
            </a:xfrm>
            <a:prstGeom prst="rect">
              <a:avLst/>
            </a:prstGeom>
          </p:spPr>
        </p:pic>
        <p:pic>
          <p:nvPicPr>
            <p:cNvPr id="79" name="Image 41" descr="preencoded.png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101"/>
            <a:stretch>
              <a:fillRect/>
            </a:stretch>
          </p:blipFill>
          <p:spPr>
            <a:xfrm>
              <a:off x="7840902" y="2433646"/>
              <a:ext cx="694944" cy="649224"/>
            </a:xfrm>
            <a:prstGeom prst="rect">
              <a:avLst/>
            </a:prstGeom>
          </p:spPr>
        </p:pic>
        <p:pic>
          <p:nvPicPr>
            <p:cNvPr id="80" name="Image 42" descr="preencoded.png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02"/>
            <a:stretch>
              <a:fillRect/>
            </a:stretch>
          </p:blipFill>
          <p:spPr>
            <a:xfrm>
              <a:off x="5952140" y="3475407"/>
              <a:ext cx="2228088" cy="280416"/>
            </a:xfrm>
            <a:prstGeom prst="rect">
              <a:avLst/>
            </a:prstGeom>
          </p:spPr>
        </p:pic>
        <p:pic>
          <p:nvPicPr>
            <p:cNvPr id="81" name="Image 43" descr="preencoded.png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103"/>
            <a:stretch>
              <a:fillRect/>
            </a:stretch>
          </p:blipFill>
          <p:spPr>
            <a:xfrm>
              <a:off x="6019051" y="3362901"/>
              <a:ext cx="682752" cy="271272"/>
            </a:xfrm>
            <a:prstGeom prst="rect">
              <a:avLst/>
            </a:prstGeom>
          </p:spPr>
        </p:pic>
        <p:pic>
          <p:nvPicPr>
            <p:cNvPr id="82" name="Image 44" descr="preencoded.png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104"/>
            <a:stretch>
              <a:fillRect/>
            </a:stretch>
          </p:blipFill>
          <p:spPr>
            <a:xfrm>
              <a:off x="6019051" y="3367376"/>
              <a:ext cx="682752" cy="271272"/>
            </a:xfrm>
            <a:prstGeom prst="rect">
              <a:avLst/>
            </a:prstGeom>
          </p:spPr>
        </p:pic>
        <p:pic>
          <p:nvPicPr>
            <p:cNvPr id="83" name="Image 45" descr="preencoded.png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105"/>
            <a:stretch>
              <a:fillRect/>
            </a:stretch>
          </p:blipFill>
          <p:spPr>
            <a:xfrm>
              <a:off x="5561625" y="2782509"/>
              <a:ext cx="716280" cy="612648"/>
            </a:xfrm>
            <a:prstGeom prst="rect">
              <a:avLst/>
            </a:prstGeom>
          </p:spPr>
        </p:pic>
        <p:pic>
          <p:nvPicPr>
            <p:cNvPr id="84" name="Image 46" descr="preencoded.png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106"/>
            <a:stretch>
              <a:fillRect/>
            </a:stretch>
          </p:blipFill>
          <p:spPr>
            <a:xfrm>
              <a:off x="7002737" y="3226822"/>
              <a:ext cx="649224" cy="384048"/>
            </a:xfrm>
            <a:prstGeom prst="rect">
              <a:avLst/>
            </a:prstGeom>
          </p:spPr>
        </p:pic>
        <p:pic>
          <p:nvPicPr>
            <p:cNvPr id="85" name="Image 47" descr="preencoded.png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107"/>
            <a:stretch>
              <a:fillRect/>
            </a:stretch>
          </p:blipFill>
          <p:spPr>
            <a:xfrm>
              <a:off x="7452762" y="3141873"/>
              <a:ext cx="240792" cy="240792"/>
            </a:xfrm>
            <a:prstGeom prst="rect">
              <a:avLst/>
            </a:prstGeom>
          </p:spPr>
        </p:pic>
        <p:pic>
          <p:nvPicPr>
            <p:cNvPr id="86" name="Image 48" descr="preencoded.png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108"/>
            <a:stretch>
              <a:fillRect/>
            </a:stretch>
          </p:blipFill>
          <p:spPr>
            <a:xfrm>
              <a:off x="6970415" y="3141873"/>
              <a:ext cx="240792" cy="240792"/>
            </a:xfrm>
            <a:prstGeom prst="rect">
              <a:avLst/>
            </a:prstGeom>
          </p:spPr>
        </p:pic>
        <p:pic>
          <p:nvPicPr>
            <p:cNvPr id="87" name="Image 49" descr="preencoded.png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109"/>
            <a:stretch>
              <a:fillRect/>
            </a:stretch>
          </p:blipFill>
          <p:spPr>
            <a:xfrm>
              <a:off x="10128637" y="1933072"/>
              <a:ext cx="588264" cy="481584"/>
            </a:xfrm>
            <a:prstGeom prst="rect">
              <a:avLst/>
            </a:prstGeom>
          </p:spPr>
        </p:pic>
        <p:pic>
          <p:nvPicPr>
            <p:cNvPr id="88" name="Image 50" descr="preencoded.png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110"/>
            <a:stretch>
              <a:fillRect/>
            </a:stretch>
          </p:blipFill>
          <p:spPr>
            <a:xfrm>
              <a:off x="9083182" y="3475407"/>
              <a:ext cx="2228088" cy="280416"/>
            </a:xfrm>
            <a:prstGeom prst="rect">
              <a:avLst/>
            </a:prstGeom>
          </p:spPr>
        </p:pic>
        <p:pic>
          <p:nvPicPr>
            <p:cNvPr id="89" name="Image 51" descr="preencoded.png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111"/>
            <a:stretch>
              <a:fillRect/>
            </a:stretch>
          </p:blipFill>
          <p:spPr>
            <a:xfrm>
              <a:off x="9453559" y="3363595"/>
              <a:ext cx="893064" cy="280416"/>
            </a:xfrm>
            <a:prstGeom prst="rect">
              <a:avLst/>
            </a:prstGeom>
          </p:spPr>
        </p:pic>
        <p:pic>
          <p:nvPicPr>
            <p:cNvPr id="90" name="Image 52" descr="preencoded.png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103"/>
            <a:stretch>
              <a:fillRect/>
            </a:stretch>
          </p:blipFill>
          <p:spPr>
            <a:xfrm>
              <a:off x="9150093" y="3362901"/>
              <a:ext cx="682752" cy="271272"/>
            </a:xfrm>
            <a:prstGeom prst="rect">
              <a:avLst/>
            </a:prstGeom>
          </p:spPr>
        </p:pic>
        <p:pic>
          <p:nvPicPr>
            <p:cNvPr id="91" name="Image 53" descr="preencoded.png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112"/>
            <a:stretch>
              <a:fillRect/>
            </a:stretch>
          </p:blipFill>
          <p:spPr>
            <a:xfrm>
              <a:off x="9150093" y="3367376"/>
              <a:ext cx="682752" cy="271272"/>
            </a:xfrm>
            <a:prstGeom prst="rect">
              <a:avLst/>
            </a:prstGeom>
          </p:spPr>
        </p:pic>
        <p:pic>
          <p:nvPicPr>
            <p:cNvPr id="92" name="Image 54" descr="preencoded.png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113"/>
            <a:stretch>
              <a:fillRect/>
            </a:stretch>
          </p:blipFill>
          <p:spPr>
            <a:xfrm>
              <a:off x="10058606" y="3239829"/>
              <a:ext cx="649224" cy="381000"/>
            </a:xfrm>
            <a:prstGeom prst="rect">
              <a:avLst/>
            </a:prstGeom>
          </p:spPr>
        </p:pic>
        <p:pic>
          <p:nvPicPr>
            <p:cNvPr id="93" name="Image 55" descr="preencoded.png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114"/>
            <a:stretch>
              <a:fillRect/>
            </a:stretch>
          </p:blipFill>
          <p:spPr>
            <a:xfrm>
              <a:off x="10088674" y="3271718"/>
              <a:ext cx="320040" cy="320040"/>
            </a:xfrm>
            <a:prstGeom prst="rect">
              <a:avLst/>
            </a:prstGeom>
          </p:spPr>
        </p:pic>
        <p:pic>
          <p:nvPicPr>
            <p:cNvPr id="94" name="Image 56" descr="preencoded.png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115"/>
            <a:stretch>
              <a:fillRect/>
            </a:stretch>
          </p:blipFill>
          <p:spPr>
            <a:xfrm>
              <a:off x="6067380" y="2325958"/>
              <a:ext cx="493776" cy="451104"/>
            </a:xfrm>
            <a:prstGeom prst="rect">
              <a:avLst/>
            </a:prstGeom>
          </p:spPr>
        </p:pic>
        <p:pic>
          <p:nvPicPr>
            <p:cNvPr id="95" name="Image 57" descr="preencoded.png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116"/>
            <a:stretch>
              <a:fillRect/>
            </a:stretch>
          </p:blipFill>
          <p:spPr>
            <a:xfrm>
              <a:off x="7594457" y="2827055"/>
              <a:ext cx="493776" cy="448056"/>
            </a:xfrm>
            <a:prstGeom prst="rect">
              <a:avLst/>
            </a:prstGeom>
          </p:spPr>
        </p:pic>
        <p:pic>
          <p:nvPicPr>
            <p:cNvPr id="96" name="Image 58" descr="preencoded.png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117"/>
            <a:stretch>
              <a:fillRect/>
            </a:stretch>
          </p:blipFill>
          <p:spPr>
            <a:xfrm>
              <a:off x="6422892" y="2588182"/>
              <a:ext cx="493776" cy="472440"/>
            </a:xfrm>
            <a:prstGeom prst="rect">
              <a:avLst/>
            </a:prstGeom>
          </p:spPr>
        </p:pic>
        <p:pic>
          <p:nvPicPr>
            <p:cNvPr id="97" name="Image 59" descr="preencoded.png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118"/>
            <a:stretch>
              <a:fillRect/>
            </a:stretch>
          </p:blipFill>
          <p:spPr>
            <a:xfrm>
              <a:off x="6963585" y="2586695"/>
              <a:ext cx="484632" cy="408432"/>
            </a:xfrm>
            <a:prstGeom prst="rect">
              <a:avLst/>
            </a:prstGeom>
          </p:spPr>
        </p:pic>
        <p:pic>
          <p:nvPicPr>
            <p:cNvPr id="98" name="Image 60" descr="preencoded.png"/>
            <p:cNvPicPr>
              <a:picLocks noChangeAspect="1"/>
            </p:cNvPicPr>
            <p:nvPr>
              <p:custDataLst>
                <p:tags r:id="rId62"/>
              </p:custDataLst>
            </p:nvPr>
          </p:nvPicPr>
          <p:blipFill>
            <a:blip r:embed="rId119"/>
            <a:stretch>
              <a:fillRect/>
            </a:stretch>
          </p:blipFill>
          <p:spPr>
            <a:xfrm>
              <a:off x="5892373" y="3082704"/>
              <a:ext cx="344424" cy="423672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731520"/>
            <a:ext cx="2926080" cy="5852160"/>
          </a:xfrm>
          <a:custGeom>
            <a:avLst/>
            <a:gdLst/>
            <a:ahLst/>
            <a:cxnLst/>
            <a:rect l="l" t="t" r="r" b="b"/>
            <a:pathLst>
              <a:path w="2926080" h="5852160">
                <a:moveTo>
                  <a:pt x="0" y="0"/>
                </a:moveTo>
                <a:lnTo>
                  <a:pt x="0" y="5852160"/>
                </a:lnTo>
                <a:lnTo>
                  <a:pt x="2926080" y="5852160"/>
                </a:lnTo>
                <a:lnTo>
                  <a:pt x="2926080" y="292608"/>
                </a:lnTo>
                <a:lnTo>
                  <a:pt x="2633472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blurRad="8128" dist="16256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000232" y="731520"/>
            <a:ext cx="292608" cy="351130"/>
          </a:xfrm>
          <a:custGeom>
            <a:avLst/>
            <a:gdLst/>
            <a:ahLst/>
            <a:cxnLst/>
            <a:rect l="l" t="t" r="r" b="b"/>
            <a:pathLst>
              <a:path w="292608" h="351130">
                <a:moveTo>
                  <a:pt x="0" y="0"/>
                </a:moveTo>
                <a:lnTo>
                  <a:pt x="117043" y="351130"/>
                </a:lnTo>
                <a:lnTo>
                  <a:pt x="292608" y="292608"/>
                </a:lnTo>
                <a:close/>
              </a:path>
            </a:pathLst>
          </a:custGeom>
          <a:solidFill>
            <a:srgbClr val="92B7D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1000232" y="73152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0"/>
                </a:moveTo>
                <a:lnTo>
                  <a:pt x="43891" y="292608"/>
                </a:lnTo>
                <a:lnTo>
                  <a:pt x="292608" y="292608"/>
                </a:lnTo>
                <a:close/>
              </a:path>
            </a:pathLst>
          </a:custGeom>
          <a:solidFill>
            <a:srgbClr val="CCD8E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https://assets.cdn.biorender.com/assets/biorender-logo-blue.svg?cacheBust=0.71143516737044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2471309"/>
            <a:ext cx="702259" cy="5931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361027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2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1152" dirty="0"/>
          </a:p>
          <a:p>
            <a:pPr marL="0" indent="0" algn="l">
              <a:buNone/>
            </a:pPr>
            <a:r>
              <a:rPr lang="en-US" sz="115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52" dirty="0"/>
          </a:p>
          <a:p>
            <a:pPr marL="0" indent="0" algn="l">
              <a:buNone/>
            </a:pPr>
            <a:r>
              <a:rPr lang="en-US" sz="115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1152" dirty="0"/>
          </a:p>
          <a:p>
            <a:pPr marL="0" indent="0" algn="l">
              <a:buNone/>
            </a:pPr>
            <a:r>
              <a:rPr lang="en-US" sz="115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52" dirty="0"/>
          </a:p>
          <a:p>
            <a:pPr marL="0" indent="0" algn="l">
              <a:buNone/>
            </a:pPr>
            <a:r>
              <a:rPr lang="en-US" sz="1152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https://app.biorender.com/illustrations/6922f52239572f2dc8949e40</a:t>
            </a:r>
            <a:endParaRPr lang="en-US" sz="1152" dirty="0"/>
          </a:p>
          <a:p>
            <a:pPr marL="0" indent="0" algn="l">
              <a:buNone/>
            </a:pPr>
            <a:r>
              <a:rPr lang="en-US" sz="115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52" dirty="0"/>
          </a:p>
          <a:p>
            <a:pPr marL="0" indent="0" algn="l">
              <a:buNone/>
            </a:pPr>
            <a:r>
              <a:rPr lang="en-US" sz="115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r>
              <a:rPr lang="en-US" sz="1152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1152" dirty="0"/>
          </a:p>
        </p:txBody>
      </p:sp>
      <p:pic>
        <p:nvPicPr>
          <p:cNvPr id="7" name="Image 1" descr="https://assets.cdn.biorender.com/assets/office/biorender-ppt-lockup.svg?cacheBust=0.989246880223017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1865" y="1141171"/>
            <a:ext cx="1575870" cy="6825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9368" y="2018995"/>
            <a:ext cx="234086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buNone/>
            </a:pPr>
            <a:r>
              <a:rPr lang="en-US" sz="1024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928" dirty="0"/>
          </a:p>
          <a:p>
            <a:pPr marL="0" indent="0" algn="l">
              <a:lnSpc>
                <a:spcPts val="1600"/>
              </a:lnSpc>
              <a:buNone/>
            </a:pPr>
            <a:endParaRPr lang="en-US" sz="928" dirty="0"/>
          </a:p>
          <a:p>
            <a:pPr marL="0" indent="0" algn="l">
              <a:lnSpc>
                <a:spcPts val="1280"/>
              </a:lnSpc>
              <a:buNone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928" dirty="0"/>
          </a:p>
          <a:p>
            <a:pPr marL="0" indent="0" algn="l">
              <a:lnSpc>
                <a:spcPts val="1280"/>
              </a:lnSpc>
              <a:buNone/>
            </a:pPr>
            <a:endParaRPr lang="en-US" sz="928" dirty="0"/>
          </a:p>
          <a:p>
            <a:pPr marL="254000" lvl="1" indent="-127000" algn="l">
              <a:lnSpc>
                <a:spcPts val="1280"/>
              </a:lnSpc>
              <a:buSzPct val="100000"/>
              <a:buChar char="●"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928" dirty="0"/>
          </a:p>
          <a:p>
            <a:pPr marL="254000" lvl="1" indent="-127000" algn="l">
              <a:lnSpc>
                <a:spcPts val="1280"/>
              </a:lnSpc>
              <a:buSzPct val="100000"/>
              <a:buChar char="●"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928" dirty="0"/>
          </a:p>
          <a:p>
            <a:pPr marL="254000" lvl="1" indent="-127000" algn="l">
              <a:lnSpc>
                <a:spcPts val="1280"/>
              </a:lnSpc>
              <a:buSzPct val="100000"/>
              <a:buChar char="●"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928" dirty="0"/>
          </a:p>
          <a:p>
            <a:pPr marL="254000" lvl="1" indent="-127000" algn="l">
              <a:lnSpc>
                <a:spcPts val="1280"/>
              </a:lnSpc>
              <a:buSzPct val="100000"/>
              <a:buChar char="●"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928" dirty="0"/>
          </a:p>
          <a:p>
            <a:pPr marL="254000" lvl="1" indent="-127000" algn="l">
              <a:lnSpc>
                <a:spcPts val="1280"/>
              </a:lnSpc>
              <a:buSzPct val="100000"/>
              <a:buChar char="●"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928" dirty="0"/>
          </a:p>
          <a:p>
            <a:pPr marL="254000" lvl="1" indent="-127000" algn="l">
              <a:lnSpc>
                <a:spcPts val="1280"/>
              </a:lnSpc>
              <a:buSzPct val="100000"/>
              <a:buChar char="●"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928" dirty="0"/>
          </a:p>
          <a:p>
            <a:pPr marL="0" indent="0" algn="l">
              <a:lnSpc>
                <a:spcPts val="1280"/>
              </a:lnSpc>
              <a:buNone/>
            </a:pPr>
            <a:endParaRPr lang="en-US" sz="928" dirty="0"/>
          </a:p>
          <a:p>
            <a:pPr marL="0" indent="0" algn="l">
              <a:lnSpc>
                <a:spcPts val="1280"/>
              </a:lnSpc>
              <a:buNone/>
            </a:pPr>
            <a:r>
              <a:rPr lang="en-US" sz="928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928" dirty="0"/>
          </a:p>
        </p:txBody>
      </p:sp>
      <p:sp>
        <p:nvSpPr>
          <p:cNvPr id="9" name="Text 5"/>
          <p:cNvSpPr/>
          <p:nvPr/>
        </p:nvSpPr>
        <p:spPr>
          <a:xfrm>
            <a:off x="9098280" y="5588813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4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1024" dirty="0"/>
          </a:p>
        </p:txBody>
      </p:sp>
      <p:sp>
        <p:nvSpPr>
          <p:cNvPr id="10" name="Text 6">
            <a:hlinkClick r:id="rId9"/>
          </p:cNvPr>
          <p:cNvSpPr/>
          <p:nvPr/>
        </p:nvSpPr>
        <p:spPr>
          <a:xfrm>
            <a:off x="8659368" y="5881421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768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22f52239572f2dc8949e40"/>
  <p:tag name="SLIDEID" val="1732c59e-243e-4815-899b-fce9a5c7fca8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5029fa93-4b09-4d5f-b408-b437d2970e10&quot;:{&quot;type&quot;:&quot;FIGURE_OBJECT&quot;,&quot;id&quot;:&quot;5029fa93-4b09-4d5f-b408-b437d2970e10&quot;,&quot;relativeTransform&quot;:{&quot;translate&quot;:{&quot;x&quot;:0,&quot;y&quot;:0},&quot;rotate&quot;:0,&quot;skewX&quot;:0,&quot;scale&quot;:{&quot;x&quot;:1,&quot;y&quot;:1}},&quot;path&quot;:{&quot;type&quot;:&quot;RECT&quot;,&quot;size&quot;:{&quot;x&quot;:1248,&quot;y&quot;:768}},&quot;pathStyles&quot;:[{&quot;type&quot;:&quot;FILL&quot;,&quot;fillStyle&quot;:&quot;rgba(0, 0, 0, 0)&quot;}],&quot;parent&quot;:{&quot;type&quot;:&quot;FRAME&quot;,&quot;parentId&quot;:&quot;1732c59e-243e-4815-899b-fce9a5c7fca8&quot;,&quot;order&quot;:&quot;5&quot;}},&quot;291be14f-0862-4597-929d-4dbec1c85a1c&quot;:{&quot;type&quot;:&quot;FIGURE_OBJECT&quot;,&quot;id&quot;:&quot;291be14f-0862-4597-929d-4dbec1c85a1c&quot;,&quot;name&quot;:&quot;ssDNA (unwound, for brush)&quot;,&quot;relativeTransform&quot;:{&quot;translate&quot;:{&quot;x&quot;:-209.7621937377714,&quot;y&quot;:-47.24047602168448},&quot;rotate&quot;:0},&quot;opacity&quot;:1,&quot;source&quot;:{&quot;id&quot;:&quot;5e75578c52bb9000abea632a&quot;,&quot;type&quot;:&quot;ASSETS&quot;},&quot;path&quot;:{&quot;type&quot;:&quot;POLY_LINE&quot;,&quot;points&quot;:[{&quot;x&quot;:-99.04280662302473,&quot;y&quot;:-28.80250554408805},{&quot;x&quot;:-25.17716856615454,&quot;y&quot;:-28.80250554408805},{&quot;x&quot;:32.68114973447685,&quot;y&quot;:-23.605061931008635},{&quot;x&quot;:72.5180246299936,&quot;y&quot;:-2.7381274619285114},{&quot;x&quot;:99.04280662302473,&quot;y&quot;:28.80250554408805}],&quot;closed&quot;:false,&quot;cornerRounding&quot;:{&quot;type&quot;:&quot;ARC_LENGTH&quot;,&quot;global&quot;:42.58529727284525}},&quot;pathStyles&quot;:[{&quot;type&quot;:&quot;FILL&quot;,&quot;fillStyle&quot;:&quot;rgba(0,0,0,0)&quot;},{&quot;type&quot;:&quot;STROKE&quot;,&quot;strokeStyle&quot;:&quot;rgba(0,0,0,0)&quot;,&quot;lineWidth&quot;:13.41,&quot;lineJoin&quot;:&quot;round&quot;}],&quot;pathPattern&quot;:{&quot;type&quot;:&quot;ROW&quot;,&quot;patternId&quot;:&quot;25258b25-2163-4b45-8f02-6756c5be49c0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701&quot;},&quot;isPremium&quot;:true},&quot;a0c902e9-e5f9-4336-aeaf-7e440cb6262e&quot;:{&quot;type&quot;:&quot;FIGURE_OBJECT&quot;,&quot;id&quot;:&quot;a0c902e9-e5f9-4336-aeaf-7e440cb6262e&quot;,&quot;name&quot;:&quot;ssDNA (unwound, for brush)&quot;,&quot;relativeTransform&quot;:{&quot;translate&quot;:{&quot;x&quot;:-209.456893606252,&quot;y&quot;:-117.5906724545537},&quot;rotate&quot;:0},&quot;opacity&quot;:1,&quot;source&quot;:{&quot;id&quot;:&quot;5e75578c52bb9000abea632a&quot;,&quot;type&quot;:&quot;ASSETS&quot;},&quot;path&quot;:{&quot;type&quot;:&quot;POLY_LINE&quot;,&quot;points&quot;:[{&quot;x&quot;:99.04280662302473,&quot;y&quot;:-28.80250554408805},{&quot;x&quot;:72.5180246299936,&quot;y&quot;:2.7381274619285114},{&quot;x&quot;:32.68114973447685,&quot;y&quot;:23.605061931008635},{&quot;x&quot;:-25.17716856615454,&quot;y&quot;:28.80250554408805},{&quot;x&quot;:-99.04280662302473,&quot;y&quot;:28.80250554408805}],&quot;closed&quot;:false,&quot;cornerRounding&quot;:{&quot;type&quot;:&quot;ARC_LENGTH&quot;,&quot;global&quot;:42.58529727284525}},&quot;pathStyles&quot;:[{&quot;type&quot;:&quot;FILL&quot;,&quot;fillStyle&quot;:&quot;rgba(0,0,0,0)&quot;},{&quot;type&quot;:&quot;STROKE&quot;,&quot;strokeStyle&quot;:&quot;rgba(0,0,0,0)&quot;,&quot;lineWidth&quot;:13.41,&quot;lineJoin&quot;:&quot;round&quot;}],&quot;pathPattern&quot;:{&quot;type&quot;:&quot;ROW&quot;,&quot;patternId&quot;:&quot;3e8f4761-e74b-4c43-a9a4-87dbd21731b3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705&quot;},&quot;isPremium&quot;:true},&quot;cbeae622-3715-4395-baf2-8166a155828f&quot;:{&quot;type&quot;:&quot;FIGURE_OBJECT&quot;,&quot;id&quot;:&quot;cbeae622-3715-4395-baf2-8166a155828f&quot;,&quot;relativeTransform&quot;:{&quot;translate&quot;:{&quot;x&quot;:-144.27103070290923,&quot;y&quot;:-319.36498373549193},&quot;rotate&quot;:-2.4492935982947064e-16},&quot;opacity&quot;:1,&quot;pathStyles&quot;:[{&quot;type&quot;:&quot;FILL&quot;,&quot;fillStyle&quot;:&quot;rgba(21,82,137,1)&quot;}],&quot;text&quot;:{&quot;textData&quot;:{&quot;lineSpacing&quot;:&quot;normal&quot;,&quot;alignment&quot;:&quot;left&quot;,&quot;lines&quot;:[{&quot;runs&quot;:[{&quot;style&quot;:{&quot;fontFamily&quot;:&quot;Roboto&quot;,&quot;fontSize&quot;:38.666666666666664,&quot;color&quot;:&quot;rgba(21,82,137,1)&quot;,&quot;fontWeight&quot;:&quot;bold&quot;,&quot;fontStyle&quot;:&quot;normal&quot;,&quot;decoration&quot;:&quot;none&quot;,&quot;script&quot;:&quot;none&quot;},&quot;range&quot;:[0,43]}],&quot;text&quot;:&quot;Fluorescent Probe-Based Real Time PCR (qPCR)&quot;,&quot;baseStyle&quot;:{&quot;fontFamily&quot;:&quot;Roboto&quot;,&quot;fontSize&quot;:38.666666666666664,&quot;color&quot;:&quot;rgba(21,82,137,1)&quot;,&quot;fontWeight&quot;:&quot;bold&quot;,&quot;fontStyle&quot;:&quot;normal&quot;,&quot;decoration&quot;:&quot;none&quot;,&quot;script&quot;:&quot;none&quot;}}],&quot;verticalAlign&quot;:&quot;TOP&quot;},&quot;size&quot;:{&quot;x&quot;:854.122287704211,&quot;y&quot;:45},&quot;targetSize&quot;:{&quot;x&quot;:854.122287704211,&quot;y&quot;:45},&quot;format&quot;:&quot;BETTER_TEXT&quot;,&quot;verticalAlign&quot;:&quot;TOP&quot;},&quot;isLocked&quot;:false,&quot;parent&quot;:{&quot;type&quot;:&quot;CHILD&quot;,&quot;parentId&quot;:&quot;1732c59e-243e-4815-899b-fce9a5c7fca8&quot;,&quot;order&quot;:&quot;9706&quot;}},&quot;0223e170-2470-48d6-a3ec-591586497ddb&quot;:{&quot;type&quot;:&quot;FIGURE_OBJECT&quot;,&quot;id&quot;:&quot;0223e170-2470-48d6-a3ec-591586497ddb&quot;,&quot;relativeTransform&quot;:{&quot;translate&quot;:{&quot;x&quot;:-7.891566477078214,&quot;y&quot;:196.90064170226083},&quot;rotate&quot;:0},&quot;opacity&quot;:1,&quot;path&quot;:{&quot;type&quot;:&quot;RECT&quot;,&quot;size&quot;:{&quot;x&quot;:841.5763963061639,&quot;y&quot;:288.86133935639634},&quot;cornerRounding&quot;:{&quot;type&quot;:&quot;ARC_LENGTH&quot;,&quot;global&quot;:4.917805668517295}},&quot;pathStyles&quot;:[{&quot;type&quot;:&quot;FILL&quot;,&quot;fillStyle&quot;:&quot;rgba(0,0,0,0)&quot;},{&quot;type&quot;:&quot;STROKE&quot;,&quot;strokeStyle&quot;:&quot;rgba(69, 71, 97, 1)&quot;,&quot;lineWidth&quot;:1.0682885687677561,&quot;lineJoin&quot;:&quot;round&quot;}],&quot;isLocked&quot;:false,&quot;parent&quot;:{&quot;type&quot;:&quot;CHILD&quot;,&quot;parentId&quot;:&quot;1732c59e-243e-4815-899b-fce9a5c7fca8&quot;,&quot;order&quot;:&quot;9707&quot;}},&quot;250fbc73-d091-4431-bc21-b055e7ebd284&quot;:{&quot;type&quot;:&quot;FIGURE_OBJECT&quot;,&quot;id&quot;:&quot;250fbc73-d091-4431-bc21-b055e7ebd284&quot;,&quot;relativeTransform&quot;:{&quot;translate&quot;:{&quot;x&quot;:-271.55821379245657,&quot;y&quot;:94.9782148071993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8.666666666666664,&quot;color&quot;:&quot;#232323&quot;,&quot;fontWeight&quot;:&quot;bold&quot;,&quot;fontStyle&quot;:&quot;normal&quot;,&quot;decoration&quot;:&quot;none&quot;,&quot;script&quot;:&quot;none&quot;},&quot;range&quot;:[0,10]}],&quot;text&quot;:&quot;Key concept&quot;,&quot;baseStyle&quot;:{&quot;fontFamily&quot;:&quot;Roboto&quot;,&quot;fontSize&quot;:18.666666666666664,&quot;color&quot;:&quot;#232323&quot;,&quot;fontWeight&quot;:&quot;bold&quot;,&quot;fontStyle&quot;:&quot;normal&quot;,&quot;decoration&quot;:&quot;none&quot;,&quot;script&quot;:&quot;none&quot;}}],&quot;verticalAlign&quot;:&quot;TOP&quot;},&quot;size&quot;:{&quot;x&quot;:115.29681071432309,&quot;y&quot;:23},&quot;targetSize&quot;:{&quot;x&quot;:115.29681071432309,&quot;y&quot;:23},&quot;format&quot;:&quot;BETTER_TEXT&quot;,&quot;verticalAlign&quot;:&quot;TOP&quot;},&quot;isLocked&quot;:false,&quot;parent&quot;:{&quot;type&quot;:&quot;CHILD&quot;,&quot;parentId&quot;:&quot;1732c59e-243e-4815-899b-fce9a5c7fca8&quot;,&quot;order&quot;:&quot;971&quot;}},&quot;ad162f1c-0dd8-4838-8bfb-db12458ef59b&quot;:{&quot;type&quot;:&quot;FIGURE_OBJECT&quot;,&quot;id&quot;:&quot;ad162f1c-0dd8-4838-8bfb-db12458ef59b&quot;,&quot;relativeTransform&quot;:{&quot;translate&quot;:{&quot;x&quot;:-271.55747527651,&quot;y&quot;:287.57394420861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bold&quot;,&quot;fontStyle&quot;:&quot;normal&quot;,&quot;decoration&quot;:&quot;none&quot;,&quot;script&quot;:&quot;none&quot;},&quot;range&quot;:[0,23]}],&quot;text&quot;:&quot;Ground state fluorophore&quot;,&quot;baseStyle&quot;:{&quot;fontFamily&quot;:&quot;Roboto&quot;,&quot;fontSize&quot;:16,&quot;color&quot;:&quot;#232323&quot;,&quot;fontWeight&quot;:&quot;bold&quot;,&quot;fontStyle&quot;:&quot;normal&quot;,&quot;decoration&quot;:&quot;none&quot;,&quot;script&quot;:&quot;none&quot;}}],&quot;verticalAlign&quot;:&quot;TOP&quot;},&quot;size&quot;:{&quot;x&quot;:183.36713323848105,&quot;y&quot;:19.32598055376294},&quot;targetSize&quot;:{&quot;x&quot;:183.36713323848105,&quot;y&quot;:19.32598055376294},&quot;format&quot;:&quot;BETTER_TEXT&quot;,&quot;verticalAlign&quot;:&quot;TOP&quot;},&quot;isLocked&quot;:false,&quot;parent&quot;:{&quot;type&quot;:&quot;CHILD&quot;,&quot;parentId&quot;:&quot;1732c59e-243e-4815-899b-fce9a5c7fca8&quot;,&quot;order&quot;:&quot;9711&quot;}},&quot;a189c966-1bd7-4f32-bc8c-a96df6a7cfb0&quot;:{&quot;type&quot;:&quot;FIGURE_OBJECT&quot;,&quot;id&quot;:&quot;a189c966-1bd7-4f32-bc8c-a96df6a7cfb0&quot;,&quot;relativeTransform&quot;:{&quot;translate&quot;:{&quot;x&quot;:-22.332486447593226,&quot;y&quot;:287.736934485492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bold&quot;,&quot;fontStyle&quot;:&quot;normal&quot;,&quot;decoration&quot;:&quot;none&quot;,&quot;script&quot;:&quot;none&quot;},&quot;range&quot;:[0,24]}],&quot;text&quot;:&quot;Excited state fluorophore&quot;,&quot;baseStyle&quot;:{&quot;fontFamily&quot;:&quot;Roboto&quot;,&quot;fontSize&quot;:16,&quot;color&quot;:&quot;#232323&quot;,&quot;fontWeight&quot;:&quot;bold&quot;,&quot;fontStyle&quot;:&quot;normal&quot;,&quot;decoration&quot;:&quot;none&quot;,&quot;script&quot;:&quot;none&quot;}}],&quot;verticalAlign&quot;:&quot;TOP&quot;},&quot;size&quot;:{&quot;x&quot;:183.30430147108385,&quot;y&quot;:19},&quot;targetSize&quot;:{&quot;x&quot;:183.3043014710838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12&quot;}},&quot;572766eb-11dd-49c3-a1f6-c1ab82a71bc8&quot;:{&quot;type&quot;:&quot;FIGURE_OBJECT&quot;,&quot;id&quot;:&quot;572766eb-11dd-49c3-a1f6-c1ab82a71bc8&quot;,&quot;relativeTransform&quot;:{&quot;translate&quot;:{&quot;x&quot;:-203.43575975747942,&quot;y&quot;:191.578275165746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7]}],&quot;text&quot;:&quot;Quencher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68.203125,&quot;y&quot;:19},&quot;targetSize&quot;:{&quot;x&quot;:68.20312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15&quot;}},&quot;5f3a066b-ad60-419a-9fd0-06085e04a28a&quot;:{&quot;type&quot;:&quot;FIGURE_OBJECT&quot;,&quot;id&quot;:&quot;5f3a066b-ad60-419a-9fd0-06085e04a28a&quot;,&quot;relativeTransform&quot;:{&quot;translate&quot;:{&quot;x&quot;:-356.1737006587695,&quot;y&quot;:182.17615036380295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9]}],&quot;text&quot;:&quot;Fluorescent reporter&quot;}],&quot;verticalAlign&quot;:&quot;TOP&quot;,&quot;_lastCaretLocation&quot;:{&quot;lineIndex&quot;:0,&quot;runIndex&quot;:0,&quot;charIndex&quot;:13}},&quot;size&quot;:{&quot;x&quot;:83.5703125,&quot;y&quot;:37.80424960388765},&quot;targetSize&quot;:{&quot;x&quot;:83.5703125,&quot;y&quot;:37.80424960388765},&quot;format&quot;:&quot;BETTER_TEXT&quot;,&quot;verticalAlign&quot;:&quot;TOP&quot;},&quot;isLocked&quot;:false,&quot;parent&quot;:{&quot;type&quot;:&quot;CHILD&quot;,&quot;parentId&quot;:&quot;1732c59e-243e-4815-899b-fce9a5c7fca8&quot;,&quot;order&quot;:&quot;9716&quot;}},&quot;af80bf34-95e1-42e9-b77b-c8e32ae98b90&quot;:{&quot;type&quot;:&quot;FIGURE_OBJECT&quot;,&quot;id&quot;:&quot;af80bf34-95e1-42e9-b77b-c8e32ae98b90&quot;,&quot;name&quot;:&quot;Sphere&quot;,&quot;relativeTransform&quot;:{&quot;translate&quot;:{&quot;x&quot;:31.28851780043891,&quot;y&quot;:215.36553826403812},&quot;rotate&quot;:0,&quot;skewX&quot;:0,&quot;scale&quot;:{&quot;x&quot;:0.1645143693826202,&quot;y&quot;:0.1645143693826202}},&quot;opacity&quot;:1,&quot;image&quot;:{&quot;url&quot;:&quot;https://icons.biorender.com/biorender/5bdc6fec8241011200c7f4fe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17&quot;}},&quot;fd1152e9-6c74-448b-8c63-22d77aaebc2c&quot;:{&quot;type&quot;:&quot;FIGURE_OBJECT&quot;,&quot;id&quot;:&quot;fd1152e9-6c74-448b-8c63-22d77aaebc2c&quot;,&quot;name&quot;:&quot;Sphere&quot;,&quot;relativeTransform&quot;:{&quot;translate&quot;:{&quot;x&quot;:-43.09384229739991,&quot;y&quot;:215.36553826403812},&quot;rotate&quot;:0,&quot;skewX&quot;:0,&quot;scale&quot;:{&quot;x&quot;:0.1645143693826202,&quot;y&quot;:0.1645143693826202}},&quot;opacity&quot;:0.64,&quot;image&quot;:{&quot;url&quot;:&quot;https://icons.biorender.com/biorender/5bdc6fec8241011200c7f505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&quot;}},&quot;f62f3b21-5eb1-4ffb-bdad-d9a15404e0d7&quot;:{&quot;type&quot;:&quot;FIGURE_OBJECT&quot;,&quot;id&quot;:&quot;f62f3b21-5eb1-4ffb-bdad-d9a15404e0d7&quot;,&quot;name&quot;:&quot;Scissors (overlay) [2018-11-06]&quot;,&quot;relativeTransform&quot;:{&quot;translate&quot;:{&quot;x&quot;:-39.02235959064405,&quot;y&quot;:241.58761970858512},&quot;rotate&quot;:-0.9648714875072655,&quot;skewX&quot;:-1.4960022155716312e-16,&quot;scale&quot;:{&quot;x&quot;:0.15228741239533547,&quot;y&quot;:0.15228741239533544}},&quot;opacity&quot;:1,&quot;image&quot;:{&quot;url&quot;:&quot;https://icons.biorender.com/biorender/59e926b7260d090012e9d310/20171019222743/image/scissors-overlay-2018-11-06.png&quot;,&quot;size&quot;:{&quot;x&quot;:179,&quot;y&quot;:106},&quot;isPremium&quot;:false},&quot;source&quot;:{&quot;id&quot;:&quot;59e926b7260d090012e9d310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1&quot;}},&quot;46741688-9140-4883-bb51-d6a07c3aebe3&quot;:{&quot;type&quot;:&quot;FIGURE_OBJECT&quot;,&quot;id&quot;:&quot;46741688-9140-4883-bb51-d6a07c3aebe3&quot;,&quot;relativeTransform&quot;:{&quot;translate&quot;:{&quot;x&quot;:-103.09898276956045,&quot;y&quot;:244.67219625917855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9]}],&quot;text&quot;:&quot;Polymerase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,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7]}],&quot;text&quot;:&quot;cleavage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86.06948738955367,&quot;y&quot;:37.08},&quot;targetSize&quot;:{&quot;x&quot;:86.06948738955367,&quot;y&quot;:37.08},&quot;format&quot;:&quot;BETTER_TEXT&quot;,&quot;verticalAlign&quot;:&quot;TOP&quot;},&quot;isLocked&quot;:false,&quot;parent&quot;:{&quot;type&quot;:&quot;CHILD&quot;,&quot;parentId&quot;:&quot;1732c59e-243e-4815-899b-fce9a5c7fca8&quot;,&quot;order&quot;:&quot;9722&quot;}},&quot;68b6e2ec-f64d-49ec-8bc4-306327b8fafe&quot;:{&quot;type&quot;:&quot;FIGURE_OBJECT&quot;,&quot;id&quot;:&quot;68b6e2ec-f64d-49ec-8bc4-306327b8fafe&quot;,&quot;relativeTransform&quot;:{&quot;translate&quot;:{&quot;x&quot;:-68.01418123393555,&quot;y&quot;:199.03891088691213},&quot;rotate&quot;:0},&quot;opacity&quot;:1,&quot;path&quot;:{&quot;type&quot;:&quot;POLY_LINE&quot;,&quot;points&quot;:[{&quot;x&quot;:11.823784872686632,&quot;y&quot;:16.59478578622685},{&quot;x&quot;:-7.552274706247763,&quot;y&quot;:5.761746540170165},{&quot;x&quot;:-8.08995807078559,&quot;y&quot;:-16.5947857862268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25&quot;},&quot;connectorInfo&quot;:{&quot;connectedObjects&quot;:[],&quot;type&quot;:&quot;QUADRATIC&quot;,&quot;offset&quot;:{&quot;x&quot;:0,&quot;y&quot;:0},&quot;bending&quot;:-0.1,&quot;firstElementIsHead&quot;:true,&quot;customized&quot;:true}},&quot;cad5c21c-d051-4e92-9d33-077c22d55d28&quot;:{&quot;type&quot;:&quot;FIGURE_OBJECT&quot;,&quot;id&quot;:&quot;cad5c21c-d051-4e92-9d33-077c22d55d28&quot;,&quot;name&quot;:&quot;Sphere&quot;,&quot;relativeTransform&quot;:{&quot;translate&quot;:{&quot;x&quot;:-239.46278127362842,&quot;y&quot;:215.77137237666574},&quot;rotate&quot;:-2.4434609527920606e-16,&quot;skewX&quot;:0,&quot;scale&quot;:{&quot;x&quot;:0.15910324788091892,&quot;y&quot;:0.15910324788091892}},&quot;opacity&quot;:1,&quot;image&quot;:{&quot;url&quot;:&quot;https://icons.biorender.com/biorender/5bdc6fec8241011200c7f4fe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6&quot;}},&quot;0833a4ed-16d2-4d9e-b594-0acdadb3403b&quot;:{&quot;type&quot;:&quot;FIGURE_OBJECT&quot;,&quot;id&quot;:&quot;0833a4ed-16d2-4d9e-b594-0acdadb3403b&quot;,&quot;name&quot;:&quot;Sphere&quot;,&quot;relativeTransform&quot;:{&quot;translate&quot;:{&quot;x&quot;:-311.3985952759302,&quot;y&quot;:215.77137237666574},&quot;rotate&quot;:-2.4434609527920606e-16,&quot;skewX&quot;:0,&quot;scale&quot;:{&quot;x&quot;:0.15910324788091892,&quot;y&quot;:0.15910324788091892}},&quot;opacity&quot;:1,&quot;image&quot;:{&quot;url&quot;:&quot;https://icons.biorender.com/biorender/5bdc6fec8241011200c7f505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7&quot;}},&quot;deba99ba-a999-4c64-8e06-94b1d975474a&quot;:{&quot;type&quot;:&quot;FIGURE_OBJECT&quot;,&quot;id&quot;:&quot;deba99ba-a999-4c64-8e06-94b1d975474a&quot;,&quot;relativeTransform&quot;:{&quot;translate&quot;:{&quot;x&quot;:-273.882121564273,&quot;y&quot;:193.9501555864396},&quot;rotate&quot;:-2.443460952792061e-16},&quot;opacity&quot;:1,&quot;path&quot;:{&quot;type&quot;:&quot;POLY_LINE&quot;,&quot;points&quot;:[{&quot;x&quot;:30.643843468344805,&quot;y&quot;:6.1287686936690475},{&quot;x&quot;:3.301565257731567e-13,&quot;y&quot;:-6.1287686936690475},{&quot;x&quot;:-30.643843468344805,&quot;y&quot;:6.1287686936681975}],&quot;closed&quot;:false},&quot;pathStyles&quot;:[{&quot;type&quot;:&quot;FILL&quot;,&quot;fillStyle&quot;:&quot;rgba(0,0,0,0)&quot;},{&quot;type&quot;:&quot;STROKE&quot;,&quot;strokeStyle&quot;:&quot;rgba(192,56,48,1)&quot;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1732c59e-243e-4815-899b-fce9a5c7fca8&quot;,&quot;order&quot;:&quot;973&quot;}},&quot;5bc8e086-32c4-402a-b120-f4501d40fdea&quot;:{&quot;type&quot;:&quot;FIGURE_OBJECT&quot;,&quot;id&quot;:&quot;5bc8e086-32c4-402a-b120-f4501d40fdea&quot;,&quot;relativeTransform&quot;:{&quot;translate&quot;:{&quot;x&quot;:14.509798851038747,&quot;y&quot;:149.7256265189083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7]}],&quot;text&quot;:&quot;Fluorescent signal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83.5703125,&quot;y&quot;:37.08},&quot;targetSize&quot;:{&quot;x&quot;:83.5703125,&quot;y&quot;:37.08},&quot;format&quot;:&quot;BETTER_TEXT&quot;,&quot;verticalAlign&quot;:&quot;TOP&quot;},&quot;isLocked&quot;:false,&quot;parent&quot;:{&quot;type&quot;:&quot;CHILD&quot;,&quot;parentId&quot;:&quot;1732c59e-243e-4815-899b-fce9a5c7fca8&quot;,&quot;order&quot;:&quot;9732&quot;}},&quot;b3b75137-f144-4812-9e70-58ed3153df61&quot;:{&quot;type&quot;:&quot;FIGURE_OBJECT&quot;,&quot;id&quot;:&quot;b3b75137-f144-4812-9e70-58ed3153df61&quot;,&quot;relativeTransform&quot;:{&quot;translate&quot;:{&quot;x&quot;:-63.322415656363326,&quot;y&quot;:147.51637724936737},&quot;rotate&quot;:0},&quot;opacity&quot;:1,&quot;source&quot;:{&quot;id&quot;:&quot;5eb32ccfbfb0b900ab85609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35&quot;}},&quot;eb142a1e-426f-46cc-9beb-19a35ea203f4&quot;:{&quot;type&quot;:&quot;FIGURE_OBJECT&quot;,&quot;id&quot;:&quot;eb142a1e-426f-46cc-9beb-19a35ea203f4&quot;,&quot;name&quot;:&quot;Radar&quot;,&quot;relativeTransform&quot;:{&quot;translate&quot;:{&quot;x&quot;:0,&quot;y&quot;:0},&quot;rotate&quot;:0,&quot;skewX&quot;:0,&quot;scale&quot;:{&quot;x&quot;:0.32567267105470193,&quot;y&quot;:0.32567267105470193}},&quot;opacity&quot;:1,&quot;image&quot;:{&quot;url&quot;:&quot;https://icons.biorender.com/biorender/5a7b6a46c232db0014da97cf/radar.pn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b3b75137-f144-4812-9e70-58ed3153df61&quot;,&quot;order&quot;:&quot;2&quot;}},&quot;bcb8a8b8-2def-49aa-a88f-3a265e7e0fde&quot;:{&quot;type&quot;:&quot;FIGURE_OBJECT&quot;,&quot;id&quot;:&quot;bcb8a8b8-2def-49aa-a88f-3a265e7e0fde&quot;,&quot;relativeTransform&quot;:{&quot;translate&quot;:{&quot;x&quot;:0.0003579976548135082,&quot;y&quot;:0.0003579976548135082},&quot;rotate&quot;:0},&quot;layout&quot;:{&quot;sizeRatio&quot;:{&quot;x&quot;:0.88,&quot;y&quot;:0.88},&quot;keepAspectRatio&quot;:true},&quot;opacity&quot;:1,&quot;path&quot;:{&quot;type&quot;:&quot;ELLIPSE&quot;,&quot;size&quot;:{&quot;x&quot;:24.536106780245973,&quot;y&quot;:24.536106780245973}},&quot;pathStyles&quot;:[{&quot;type&quot;:&quot;FILL&quot;,&quot;fillStyle&quot;:&quot;rgba(116,251,82,1)&quot;},{&quot;type&quot;:&quot;STROKE&quot;,&quot;strokeStyle&quot;:&quot;rgba(47,172,12,1)&quot;,&quot;lineWidth&quot;:1.659478578622685,&quot;lineJoin&quot;:&quot;round&quot;}],&quot;isLocked&quot;:false,&quot;parent&quot;:{&quot;type&quot;:&quot;CHILD&quot;,&quot;parentId&quot;:&quot;b3b75137-f144-4812-9e70-58ed3153df61&quot;,&quot;order&quot;:&quot;5&quot;}},&quot;3627cdfc-8d2f-4f51-befd-9094ec70f7dc&quot;:{&quot;type&quot;:&quot;FIGURE_OBJECT&quot;,&quot;id&quot;:&quot;3627cdfc-8d2f-4f51-befd-9094ec70f7d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,&quot;range&quot;:[0,0]}],&quot;text&quot;:&quot;F&quot;,&quot;base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}],&quot;verticalAlign&quot;:&quot;TOP&quot;},&quot;size&quot;:{&quot;x&quot;:21.591773966616458,&quot;y&quot;:15.76504649691551},&quot;targetSize&quot;:{&quot;x&quot;:21.591773966616458,&quot;y&quot;:2},&quot;format&quot;:&quot;BETTER_TEXT&quot;},&quot;parent&quot;:{&quot;type&quot;:&quot;CHILD&quot;,&quot;parentId&quot;:&quot;bcb8a8b8-2def-49aa-a88f-3a265e7e0fde&quot;,&quot;order&quot;:&quot;5&quot;}},&quot;bf63c67d-38b8-4121-a956-170eb83299c2&quot;:{&quot;type&quot;:&quot;FIGURE_OBJECT&quot;,&quot;id&quot;:&quot;bf63c67d-38b8-4121-a956-170eb83299c2&quot;,&quot;relativeTransform&quot;:{&quot;translate&quot;:{&quot;x&quot;:-109.6188853490643,&quot;y&quot;:-84.066181043921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1]}],&quot;text&quot;:&quot;Denaturation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92.55014207063383,&quot;y&quot;:19},&quot;targetSize&quot;:{&quot;x&quot;:92.55014207063383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4&quot;}},&quot;17c2e567-6a75-4a5e-8fe7-805681ee121c&quot;:{&quot;type&quot;:&quot;FIGURE_OBJECT&quot;,&quot;id&quot;:&quot;17c2e567-6a75-4a5e-8fe7-805681ee121c&quot;,&quot;relativeTransform&quot;:{&quot;translate&quot;:{&quot;x&quot;:-109.20369683554259,&quot;y&quot;:-157.50894883402975},&quot;rotate&quot;:-0.5510685639168869},&quot;opacity&quot;:1,&quot;path&quot;:{&quot;type&quot;:&quot;POLY_LINE&quot;,&quot;points&quot;:[{&quot;x&quot;:-12.609363121609748,&quot;y&quot;:9.988410866752577},{&quot;x&quot;:2.6997693589756966,&quot;y&quot;:3.4081870125335803},{&quot;x&quot;:12.609363121609748,&quot;y&quot;:-9.98841086675257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9999999999999991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42&quot;}},&quot;55f438f7-eaa4-4328-b080-4d6ffb1d9dc9&quot;:{&quot;type&quot;:&quot;FIGURE_OBJECT&quot;,&quot;id&quot;:&quot;55f438f7-eaa4-4328-b080-4d6ffb1d9dc9&quot;,&quot;relativeTransform&quot;:{&quot;translate&quot;:{&quot;x&quot;:-107.15507053023295,&quot;y&quot;:-7.341333577265521},&quot;rotate&quot;:0},&quot;opacity&quot;:1,&quot;path&quot;:{&quot;type&quot;:&quot;POLY_LINE&quot;,&quot;points&quot;:[{&quot;x&quot;:-9.077979245315282,&quot;y&quot;:-13.279860044341758},{&quot;x&quot;:3.589415745655127,&quot;y&quot;:-2.453688633243428},{&quot;x&quot;:9.077979245315282,&quot;y&quot;:13.279860044341758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45&quot;}},&quot;a0a4119f-e72a-4dba-a923-cde6a6407a78&quot;:{&quot;type&quot;:&quot;FIGURE_OBJECT&quot;,&quot;id&quot;:&quot;a0a4119f-e72a-4dba-a923-cde6a6407a78&quot;,&quot;name&quot;:&quot;Sphere&quot;,&quot;relativeTransform&quot;:{&quot;translate&quot;:{&quot;x&quot;:171.08219087763823,&quot;y&quot;:-41.504580591382265},&quot;rotate&quot;:0,&quot;skewX&quot;:0,&quot;scale&quot;:{&quot;x&quot;:0.12176674690477504,&quot;y&quot;:0.12176674690477504}},&quot;opacity&quot;:1,&quot;image&quot;:{&quot;url&quot;:&quot;https://icons.biorender.com/biorender/5bdc6fec8241011200c7f4fe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935&quot;}},&quot;f06ac0b7-0599-4ada-afb3-9d2002b21a05&quot;:{&quot;type&quot;:&quot;FIGURE_OBJECT&quot;,&quot;id&quot;:&quot;f06ac0b7-0599-4ada-afb3-9d2002b21a05&quot;,&quot;name&quot;:&quot;Sphere&quot;,&quot;relativeTransform&quot;:{&quot;translate&quot;:{&quot;x&quot;:120.44210307548026,&quot;y&quot;:-41.50458059138227},&quot;rotate&quot;:0,&quot;skewX&quot;:0,&quot;scale&quot;:{&quot;x&quot;:0.12176674690477504,&quot;y&quot;:0.12176674690477504}},&quot;opacity&quot;:1,&quot;image&quot;:{&quot;url&quot;:&quot;https://icons.biorender.com/biorender/5bdc6fec8241011200c7f505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94&quot;}},&quot;905d5a57-b198-4434-8360-038b3d40a158&quot;:{&quot;type&quot;:&quot;FIGURE_OBJECT&quot;,&quot;id&quot;:&quot;905d5a57-b198-4434-8360-038b3d40a158&quot;,&quot;relativeTransform&quot;:{&quot;translate&quot;:{&quot;x&quot;:147.4896720603849,&quot;y&quot;:-58.08107935670866},&quot;rotate&quot;:0},&quot;opacity&quot;:1,&quot;path&quot;:{&quot;type&quot;:&quot;POLY_LINE&quot;,&quot;points&quot;:[{&quot;x&quot;:23.452702452637908,&quot;y&quot;:4.6905404905276},{&quot;x&quot;:1.8866087187037523e-13,&quot;y&quot;:-4.6905404905276},{&quot;x&quot;:-23.452702452637908,&quot;y&quot;:4.690540490527223}],&quot;closed&quot;:false},&quot;pathStyles&quot;:[{&quot;type&quot;:&quot;FILL&quot;,&quot;fillStyle&quot;:&quot;rgba(0,0,0,0)&quot;},{&quot;type&quot;:&quot;STROKE&quot;,&quot;strokeStyle&quot;:&quot;rgba(192,56,48,1)&quot;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1732c59e-243e-4815-899b-fce9a5c7fca8&quot;,&quot;order&quot;:&quot;975&quot;}},&quot;b89d897d-4be8-4eed-851a-8aab39078b77&quot;:{&quot;type&quot;:&quot;FIGURE_OBJECT&quot;,&quot;id&quot;:&quot;b89d897d-4be8-4eed-851a-8aab39078b77&quot;,&quot;relativeTransform&quot;:{&quot;translate&quot;:{&quot;x&quot;:224.19889814655903,&quot;y&quot;:-22.98643081013875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rgba(235, 125, 0, 1)&quot;,&quot;fontWeight&quot;:&quot;normal&quot;,&quot;fontStyle&quot;:&quot;normal&quot;,&quot;decoration&quot;:&quot;none&quot;,&quot;script&quot;:&quot;none&quot;},&quot;range&quot;:[0,10]}],&quot;text&quot;:&quot;Bound probe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93.07924643614056,&quot;y&quot;:19},&quot;targetSize&quot;:{&quot;x&quot;:93.07924643614056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51&quot;}},&quot;4ced1939-6d07-4ecd-9bbc-547fecf3231d&quot;:{&quot;type&quot;:&quot;FIGURE_OBJECT&quot;,&quot;id&quot;:&quot;4ced1939-6d07-4ecd-9bbc-547fecf3231d&quot;,&quot;relativeTransform&quot;:{&quot;translate&quot;:{&quot;x&quot;:52.74300889969911,&quot;y&quot;:-43.5881772592661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rgba(194, 43, 177, 1)&quot;,&quot;fontWeight&quot;:&quot;normal&quot;,&quot;fontStyle&quot;:&quot;normal&quot;,&quot;decoration&quot;:&quot;none&quot;,&quot;script&quot;:&quot;none&quot;},&quot;range&quot;:[0,13]}],&quot;text&quot;:&quot;Forward primer&quot;}],&quot;verticalAlign&quot;:&quot;TOP&quot;,&quot;_lastCaretLocation&quot;:{&quot;lineIndex&quot;:0,&quot;runIndex&quot;:0,&quot;charIndex&quot;:9}},&quot;size&quot;:{&quot;x&quot;:58.3671875,&quot;y&quot;:37.08},&quot;targetSize&quot;:{&quot;x&quot;:58.3671875,&quot;y&quot;:37.08},&quot;format&quot;:&quot;BETTER_TEXT&quot;,&quot;verticalAlign&quot;:&quot;TOP&quot;},&quot;isLocked&quot;:false,&quot;parent&quot;:{&quot;type&quot;:&quot;CHILD&quot;,&quot;parentId&quot;:&quot;1732c59e-243e-4815-899b-fce9a5c7fca8&quot;,&quot;order&quot;:&quot;9752&quot;}},&quot;98edcaac-df03-437f-b397-fc6d38e076ee&quot;:{&quot;type&quot;:&quot;FIGURE_OBJECT&quot;,&quot;id&quot;:&quot;98edcaac-df03-437f-b397-fc6d38e076ee&quot;,&quot;relativeTransform&quot;:{&quot;translate&quot;:{&quot;x&quot;:-311.6937880977732,&quot;y&quot;:-68.99867647571678},&quot;rotate&quot;:-2.449293598294706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3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1.773437500000002,&quot;y&quot;:19},&quot;targetSize&quot;:{&quot;x&quot;:11.773437500000002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55&quot;}},&quot;7314e80b-7fb5-4e4d-89db-25296b5f9706&quot;:{&quot;type&quot;:&quot;FIGURE_OBJECT&quot;,&quot;id&quot;:&quot;7314e80b-7fb5-4e4d-89db-25296b5f9706&quot;,&quot;relativeTransform&quot;:{&quot;translate&quot;:{&quot;x&quot;:-311.6937880977738,&quot;y&quot;:-93.05661650532618},&quot;rotate&quot;:-2.449293598294706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5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1.7734375,&quot;y&quot;:19},&quot;targetSize&quot;:{&quot;x&quot;:11.773437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56&quot;}},&quot;50ae289b-ddb8-4ef5-8ee5-73519676fd6e&quot;:{&quot;type&quot;:&quot;FIGURE_OBJECT&quot;,&quot;id&quot;:&quot;50ae289b-ddb8-4ef5-8ee5-73519676fd6e&quot;,&quot;relativeTransform&quot;:{&quot;translate&quot;:{&quot;x&quot;:15.480787607008677,&quot;y&quot;:-0.02217553484378420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3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7.557033424257863,&quot;y&quot;:19},&quot;targetSize&quot;:{&quot;x&quot;:17.557033424257863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57&quot;}},&quot;280b593b-653f-43a1-9d84-e9f4e9a8d414&quot;:{&quot;type&quot;:&quot;FIGURE_OBJECT&quot;,&quot;id&quot;:&quot;280b593b-653f-43a1-9d84-e9f4e9a8d414&quot;,&quot;relativeTransform&quot;:{&quot;translate&quot;:{&quot;x&quot;:15.480787607008692,&quot;y&quot;:-154.1963189147278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5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7.434776157529477,&quot;y&quot;:19},&quot;targetSize&quot;:{&quot;x&quot;:17.434776157529477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6&quot;}},&quot;eb2f9134-380a-4b5f-b455-9a6b80dcae1b&quot;:{&quot;type&quot;:&quot;FIGURE_OBJECT&quot;,&quot;id&quot;:&quot;eb2f9134-380a-4b5f-b455-9a6b80dcae1b&quot;,&quot;relativeTransform&quot;:{&quot;translate&quot;:{&quot;x&quot;:156.61738342989506,&quot;y&quot;:-119.10074286175174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rgba(130, 38, 123, 1)&quot;,&quot;fontWeight&quot;:&quot;normal&quot;,&quot;fontStyle&quot;:&quot;normal&quot;,&quot;decoration&quot;:&quot;none&quot;,&quot;script&quot;:&quot;none&quot;},&quot;range&quot;:[0,13]}],&quot;text&quot;:&quot;Reverse primer&quot;}],&quot;verticalAlign&quot;:&quot;TOP&quot;,&quot;_lastCaretLocation&quot;:{&quot;lineIndex&quot;:0,&quot;runIndex&quot;:0,&quot;charIndex&quot;:9}},&quot;size&quot;:{&quot;x&quot;:109.38231117294151,&quot;y&quot;:19},&quot;targetSize&quot;:{&quot;x&quot;:109.38231117294151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61&quot;}},&quot;ba602216-dcb5-4982-95ff-3362d1f97821&quot;:{&quot;type&quot;:&quot;FIGURE_OBJECT&quot;,&quot;id&quot;:&quot;ba602216-dcb5-4982-95ff-3362d1f97821&quot;,&quot;relativeTransform&quot;:{&quot;translate&quot;:{&quot;x&quot;:222.56594834773256,&quot;y&quot;:-115.41529270514948},&quot;rotate&quot;:3.141592653589793},&quot;opacity&quot;:1,&quot;path&quot;:{&quot;type&quot;:&quot;POLY_LINE&quot;,&quot;points&quot;:[{&quot;x&quot;:8.427336176694475,&quot;y&quot;:13.273355935085775},{&quot;x&quot;:-5.631803256589088,&quot;y&quot;:3.070857023585381},{&quot;x&quot;:-8.427336176694475,&quot;y&quot;:-13.27335593508577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&quot;,&quot;1&quot;:&quot;#23232300&quot;,&quot;0.55&quot;:&quot;#232323&quot;}},&quot;lineWidth&quot;:2,&quot;lineJoin&quot;:&quot;round&quot;}],&quot;pathSmoothing&quot;:{&quot;type&quot;:&quot;CATMULL_SMOOTHING&quot;,&quot;smoothing&quot;:0.2},&quot;pathMarkers&quot;:{&quot;markerStart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62&quot;},&quot;connectorInfo&quot;:{&quot;connectedObjects&quot;:[],&quot;type&quot;:&quot;QUADRATIC&quot;,&quot;offset&quot;:{&quot;x&quot;:0,&quot;y&quot;:0},&quot;bending&quot;:-0.1,&quot;firstElementIsHead&quot;:true,&quot;customized&quot;:true}},&quot;5db2303d-399c-4de8-a2a1-3395dfeda98d&quot;:{&quot;type&quot;:&quot;FIGURE_OBJECT&quot;,&quot;id&quot;:&quot;5db2303d-399c-4de8-a2a1-3395dfeda98d&quot;,&quot;relativeTransform&quot;:{&quot;translate&quot;:{&quot;x&quot;:-188.5839462016892,&quot;y&quot;:-222.13959606875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0,13]},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14,17]},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18,18]}],&quot;text&quot;:&quot;Denaturation (95°C)&quot;,&quot;base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}],&quot;verticalAlign&quot;:&quot;TOP&quot;},&quot;size&quot;:{&quot;x&quot;:159.09809441767018,&quot;y&quot;:20},&quot;targetSize&quot;:{&quot;x&quot;:159.09809441767018,&quot;y&quot;:20},&quot;format&quot;:&quot;BETTER_TEXT&quot;,&quot;verticalAlign&quot;:&quot;TOP&quot;},&quot;isLocked&quot;:false,&quot;parent&quot;:{&quot;type&quot;:&quot;CHILD&quot;,&quot;parentId&quot;:&quot;1732c59e-243e-4815-899b-fce9a5c7fca8&quot;,&quot;order&quot;:&quot;9765&quot;}},&quot;9c5785e9-0a2e-4afc-bc2e-186e113936b3&quot;:{&quot;type&quot;:&quot;FIGURE_OBJECT&quot;,&quot;id&quot;:&quot;9c5785e9-0a2e-4afc-bc2e-186e113936b3&quot;,&quot;relativeTransform&quot;:{&quot;translate&quot;:{&quot;x&quot;:-293.3132206829232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66&quot;}},&quot;bd403f04-0851-41bd-9707-a6ecb4fbbe8f&quot;:{&quot;type&quot;:&quot;FIGURE_OBJECT&quot;,&quot;id&quot;:&quot;bd403f04-0851-41bd-9707-a6ecb4fbbe8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2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9c5785e9-0a2e-4afc-bc2e-186e113936b3&quot;,&quot;order&quot;:&quot;5&quot;}},&quot;f5d09075-2239-422b-aa27-014b4fdecfb3&quot;:{&quot;type&quot;:&quot;FIGURE_OBJECT&quot;,&quot;id&quot;:&quot;f5d09075-2239-422b-aa27-014b4fdecfb3&quot;,&quot;relativeTransform&quot;:{&quot;translate&quot;:{&quot;x&quot;:146.08815303272968,&quot;y&quot;:-222.13959606875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0,17]},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18,21]},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22,22]}],&quot;text&quot;:&quot;Primer annealing (60°C)&quot;,&quot;base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}],&quot;verticalAlign&quot;:&quot;TOP&quot;},&quot;size&quot;:{&quot;x&quot;:189.02578064495987,&quot;y&quot;:20},&quot;targetSize&quot;:{&quot;x&quot;:189.02578064495987,&quot;y&quot;:20},&quot;format&quot;:&quot;BETTER_TEXT&quot;,&quot;verticalAlign&quot;:&quot;TOP&quot;},&quot;isLocked&quot;:false,&quot;parent&quot;:{&quot;type&quot;:&quot;CHILD&quot;,&quot;parentId&quot;:&quot;1732c59e-243e-4815-899b-fce9a5c7fca8&quot;,&quot;order&quot;:&quot;9767&quot;}},&quot;4268d816-086a-465e-b266-ef17527614c7&quot;:{&quot;type&quot;:&quot;FIGURE_OBJECT&quot;,&quot;id&quot;:&quot;4268d816-086a-465e-b266-ef17527614c7&quot;,&quot;relativeTransform&quot;:{&quot;translate&quot;:{&quot;x&quot;:27.804362126196224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7&quot;}},&quot;2a191e7c-318c-4d78-a53d-e9ff5559e85e&quot;:{&quot;type&quot;:&quot;FIGURE_OBJECT&quot;,&quot;id&quot;:&quot;2a191e7c-318c-4d78-a53d-e9ff5559e85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3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4268d816-086a-465e-b266-ef17527614c7&quot;,&quot;order&quot;:&quot;5&quot;}},&quot;b7626e1a-37f5-4e34-ac5b-002a2d0ac2f1&quot;:{&quot;type&quot;:&quot;FIGURE_OBJECT&quot;,&quot;id&quot;:&quot;b7626e1a-37f5-4e34-ac5b-002a2d0ac2f1&quot;,&quot;relativeTransform&quot;:{&quot;translate&quot;:{&quot;x&quot;:470.26540265809194,&quot;y&quot;:-222.13959606875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0,10]},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11,14]},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15,15]}],&quot;text&quot;:&quot;Extension (72°C)&quot;,&quot;base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}],&quot;verticalAlign&quot;:&quot;TOP&quot;},&quot;size&quot;:{&quot;x&quot;:134.628128427242,&quot;y&quot;:20},&quot;targetSize&quot;:{&quot;x&quot;:134.628128427242,&quot;y&quot;:20},&quot;format&quot;:&quot;BETTER_TEXT&quot;,&quot;verticalAlign&quot;:&quot;TOP&quot;},&quot;isLocked&quot;:false,&quot;parent&quot;:{&quot;type&quot;:&quot;CHILD&quot;,&quot;parentId&quot;:&quot;1732c59e-243e-4815-899b-fce9a5c7fca8&quot;,&quot;order&quot;:&quot;9771&quot;}},&quot;59e2aa27-c231-4df1-b02f-e6c930205e63&quot;:{&quot;type&quot;:&quot;FIGURE_OBJECT&quot;,&quot;id&quot;:&quot;59e2aa27-c231-4df1-b02f-e6c930205e63&quot;,&quot;relativeTransform&quot;:{&quot;translate&quot;:{&quot;x&quot;:379.19866679434244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72&quot;}},&quot;f32a5ae2-d440-4ab9-933b-083a5100a14b&quot;:{&quot;type&quot;:&quot;FIGURE_OBJECT&quot;,&quot;id&quot;:&quot;f32a5ae2-d440-4ab9-933b-083a5100a14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4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59e2aa27-c231-4df1-b02f-e6c930205e63&quot;,&quot;order&quot;:&quot;5&quot;}},&quot;63c38626-cbae-4992-bed3-39ce0892fd52&quot;:{&quot;type&quot;:&quot;FIGURE_OBJECT&quot;,&quot;id&quot;:&quot;63c38626-cbae-4992-bed3-39ce0892fd52&quot;,&quot;relativeTransform&quot;:{&quot;translate&quot;:{&quot;x&quot;:-449.0303197598213,&quot;y&quot;:-222.139596068756},&quot;rotate&quot;:-2.449293598294706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,&quot;range&quot;:[0,9]}],&quot;text&quot;:&quot;Initiation&quot;,&quot;baseStyle&quot;:{&quot;fontFamily&quot;:&quot;Roboto&quot;,&quot;fontSize&quot;:17.333333333333332,&quot;color&quot;:&quot;#232323&quot;,&quot;fontWeight&quot;:&quot;bold&quot;,&quot;fontStyle&quot;:&quot;normal&quot;,&quot;decoration&quot;:&quot;none&quot;,&quot;script&quot;:&quot;none&quot;}}],&quot;verticalAlign&quot;:&quot;TOP&quot;},&quot;size&quot;:{&quot;x&quot;:69.04916381835938,&quot;y&quot;:20},&quot;targetSize&quot;:{&quot;x&quot;:69.04916381835938,&quot;y&quot;:20},&quot;format&quot;:&quot;BETTER_TEXT&quot;,&quot;verticalAlign&quot;:&quot;TOP&quot;},&quot;isLocked&quot;:false,&quot;parent&quot;:{&quot;type&quot;:&quot;CHILD&quot;,&quot;parentId&quot;:&quot;1732c59e-243e-4815-899b-fce9a5c7fca8&quot;,&quot;order&quot;:&quot;9775&quot;}},&quot;a22915a8-8380-472e-9c12-8e1131a31f6d&quot;:{&quot;type&quot;:&quot;FIGURE_OBJECT&quot;,&quot;id&quot;:&quot;a22915a8-8380-472e-9c12-8e1131a31f6d&quot;,&quot;relativeTransform&quot;:{&quot;translate&quot;:{&quot;x&quot;:-507.96750001737314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76&quot;}},&quot;3040c0ea-825f-4d9d-a255-6d975dc05a91&quot;:{&quot;type&quot;:&quot;FIGURE_OBJECT&quot;,&quot;id&quot;:&quot;3040c0ea-825f-4d9d-a255-6d975dc05a9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a22915a8-8380-472e-9c12-8e1131a31f6d&quot;,&quot;order&quot;:&quot;5&quot;}},&quot;e3891fbe-3a10-4474-9d27-cf9007928747&quot;:{&quot;type&quot;:&quot;FIGURE_OBJECT&quot;,&quot;id&quot;:&quot;e3891fbe-3a10-4474-9d27-cf9007928747&quot;,&quot;name&quot;:&quot;Generic protein (ball)&quot;,&quot;relativeTransform&quot;:{&quot;translate&quot;:{&quot;x&quot;:444.53929628469604,&quot;y&quot;:-131.66330488639625},&quot;rotate&quot;:6.283185307179586,&quot;skewX&quot;:0,&quot;scale&quot;:{&quot;x&quot;:-0.09523123119694112,&quot;y&quot;:0.09523123119694112}},&quot;opacity&quot;:1,&quot;image&quot;:{&quot;url&quot;:&quot;https://icons.biorender.com/biorender/5e2b01714f2cc000281aa3ef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83&quot;}},&quot;60f55854-7a27-4d73-b90a-4560a880f952&quot;:{&quot;type&quot;:&quot;FIGURE_OBJECT&quot;,&quot;id&quot;:&quot;60f55854-7a27-4d73-b90a-4560a880f952&quot;,&quot;relativeTransform&quot;:{&quot;translate&quot;:{&quot;x&quot;:343.7815066864905,&quot;y&quot;:-133.109102363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3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6.965717957156937,&quot;y&quot;:19},&quot;targetSize&quot;:{&quot;x&quot;:16.965717957156937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77&quot;}},&quot;2591691e-de84-46be-aa02-b462edf88d8f&quot;:{&quot;type&quot;:&quot;FIGURE_OBJECT&quot;,&quot;id&quot;:&quot;2591691e-de84-46be-aa02-b462edf88d8f&quot;,&quot;name&quot;:&quot;Generic protein (ball)&quot;,&quot;relativeTransform&quot;:{&quot;translate&quot;:{&quot;x&quot;:451.9783476681,&quot;y&quot;:-23.7125409384887},&quot;rotate&quot;:3.141592653589793,&quot;skewX&quot;:0,&quot;scale&quot;:{&quot;x&quot;:-0.09523123119694112,&quot;y&quot;:0.09523123119694112}},&quot;opacity&quot;:1,&quot;image&quot;:{&quot;url&quot;:&quot;https://icons.biorender.com/biorender/5e2b01714f2cc000281aa3ef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97&quot;}},&quot;ff82e104-9010-47b1-ac81-238c08a48b8c&quot;:{&quot;type&quot;:&quot;FIGURE_OBJECT&quot;,&quot;id&quot;:&quot;ff82e104-9010-47b1-ac81-238c08a48b8c&quot;,&quot;relativeTransform&quot;:{&quot;translate&quot;:{&quot;x&quot;:343.7631033033893,&quot;y&quot;:-154.1963189147278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5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6.928911190954903,&quot;y&quot;:19},&quot;targetSize&quot;:{&quot;x&quot;:16.928911190954903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8&quot;}},&quot;91f0e2ab-8008-44e1-982d-78c042ea4073&quot;:{&quot;type&quot;:&quot;FIGURE_OBJECT&quot;,&quot;id&quot;:&quot;91f0e2ab-8008-44e1-982d-78c042ea4073&quot;,&quot;relativeTransform&quot;:{&quot;translate&quot;:{&quot;x&quot;:358.622214902156,&quot;y&quot;:-92.15372399941694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0]}],&quot;text&quot;:&quot;Fluorescent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,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6]}],&quot;text&quot;:&quot;reporter released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28.2355199253896,&quot;y&quot;:37.08},&quot;targetSize&quot;:{&quot;x&quot;:128.2355199253896,&quot;y&quot;:37.08},&quot;format&quot;:&quot;BETTER_TEXT&quot;,&quot;verticalAlign&quot;:&quot;TOP&quot;},&quot;isLocked&quot;:false,&quot;parent&quot;:{&quot;type&quot;:&quot;CHILD&quot;,&quot;parentId&quot;:&quot;1732c59e-243e-4815-899b-fce9a5c7fca8&quot;,&quot;order&quot;:&quot;9782&quot;}},&quot;3e0042da-cda0-4259-9ce8-eb8aaf28981b&quot;:{&quot;type&quot;:&quot;FIGURE_OBJECT&quot;,&quot;id&quot;:&quot;3e0042da-cda0-4259-9ce8-eb8aaf28981b&quot;,&quot;relativeTransform&quot;:{&quot;translate&quot;:{&quot;x&quot;:451.9782508949428,&quot;y&quot;:-52.31599714425766},&quot;rotate&quot;:1.016913879872832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85&quot;}},&quot;e96ea1c6-ea29-475e-a2ce-a7f8245607e5&quot;:{&quot;type&quot;:&quot;FIGURE_OBJECT&quot;,&quot;id&quot;:&quot;e96ea1c6-ea29-475e-a2ce-a7f8245607e5&quot;,&quot;relativeTransform&quot;:{&quot;translate&quot;:{&quot;x&quot;:2.3147212589955752,&quot;y&quot;:4.482059021359318},&quot;rotate&quot;:-2.4492935982947084e-16},&quot;opacity&quot;:1,&quot;path&quot;:{&quot;type&quot;:&quot;POLY_LINE&quot;,&quot;points&quot;:[{&quot;x&quot;:2.8722162428163496,&quot;y&quot;:3.7046252827587414},{&quot;x&quot;:-2.872216242816538,&quot;y&quot;:-3.7046252827587414}],&quot;closed&quot;:false},&quot;pathStyles&quot;:[{&quot;type&quot;:&quot;FILL&quot;,&quot;fillStyle&quot;:&quot;rgba(0,0,0,0)&quot;},{&quot;type&quot;:&quot;STROKE&quot;,&quot;strokeStyle&quot;:&quot;rgba(236, 125, 0, 0.9372549019607843)&quot;,&quot;lineWidth&quot;:2.2191492295830155,&quot;lineJoin&quot;:&quot;round&quot;}],&quot;isLocked&quot;:false,&quot;parent&quot;:{&quot;type&quot;:&quot;CHILD&quot;,&quot;parentId&quot;:&quot;3e0042da-cda0-4259-9ce8-eb8aaf28981b&quot;,&quot;order&quot;:&quot;2&quot;}},&quot;17693398-dbbd-4128-b35b-feca6c111a8c&quot;:{&quot;type&quot;:&quot;FIGURE_OBJECT&quot;,&quot;id&quot;:&quot;17693398-dbbd-4128-b35b-feca6c111a8c&quot;,&quot;relativeTransform&quot;:{&quot;translate&quot;:{&quot;x&quot;:-6.952636863323073,&quot;y&quot;:1.7621736309970037},&quot;rotate&quot;:-2.4492935982947084e-16},&quot;opacity&quot;:1,&quot;path&quot;:{&quot;type&quot;:&quot;POLY_LINE&quot;,&quot;points&quot;:[{&quot;x&quot;:0.34689463067757315,&quot;y&quot;:4.157652547082242},{&quot;x&quot;:-0.34689463067757315,&quot;y&quot;:-4.157652547082242}],&quot;closed&quot;:false},&quot;pathStyles&quot;:[{&quot;type&quot;:&quot;FILL&quot;,&quot;fillStyle&quot;:&quot;rgba(0,0,0,0)&quot;},{&quot;type&quot;:&quot;STROKE&quot;,&quot;strokeStyle&quot;:&quot;rgba(236, 125, 0, 0.9372549019607843)&quot;,&quot;lineWidth&quot;:2.219149229583016,&quot;lineJoin&quot;:&quot;round&quot;}],&quot;isLocked&quot;:false,&quot;parent&quot;:{&quot;type&quot;:&quot;CHILD&quot;,&quot;parentId&quot;:&quot;3e0042da-cda0-4259-9ce8-eb8aaf28981b&quot;,&quot;order&quot;:&quot;5&quot;}},&quot;d65797b9-e1f8-4199-a011-affe353c3826&quot;:{&quot;type&quot;:&quot;FIGURE_OBJECT&quot;,&quot;id&quot;:&quot;d65797b9-e1f8-4199-a011-affe353c3826&quot;,&quot;relativeTransform&quot;:{&quot;translate&quot;:{&quot;x&quot;:3.546968808869361,&quot;y&quot;:-3.7308605037343914},&quot;rotate&quot;:-0.5160347269141893},&quot;opacity&quot;:1,&quot;path&quot;:{&quot;type&quot;:&quot;POLY_LINE&quot;,&quot;points&quot;:[{&quot;x&quot;:-1.7807052201084461,&quot;y&quot;:3.649353433881421},{&quot;x&quot;:1.7807052201084461,&quot;y&quot;:-3.649353433881421}],&quot;closed&quot;:false},&quot;pathStyles&quot;:[{&quot;type&quot;:&quot;FILL&quot;,&quot;fillStyle&quot;:&quot;rgba(0,0,0,0)&quot;},{&quot;type&quot;:&quot;STROKE&quot;,&quot;strokeStyle&quot;:&quot;rgba(236, 125, 0, 0.9372549019607843)&quot;,&quot;lineWidth&quot;:2.219149229583017,&quot;lineJoin&quot;:&quot;round&quot;}],&quot;isLocked&quot;:false,&quot;parent&quot;:{&quot;type&quot;:&quot;CHILD&quot;,&quot;parentId&quot;:&quot;3e0042da-cda0-4259-9ce8-eb8aaf28981b&quot;,&quot;order&quot;:&quot;7&quot;}},&quot;7a78e39f-8794-4154-a6cf-aa6b6699b2ac&quot;:{&quot;type&quot;:&quot;FIGURE_OBJECT&quot;,&quot;id&quot;:&quot;7a78e39f-8794-4154-a6cf-aa6b6699b2ac&quot;,&quot;relativeTransform&quot;:{&quot;translate&quot;:{&quot;x&quot;:394.39421366574345,&quot;y&quot;:-131.5212962404722},&quot;rotate&quot;:0},&quot;opacity&quot;:1,&quot;path&quot;:{&quot;type&quot;:&quot;POLY_LINE&quot;,&quot;points&quot;:[{&quot;x&quot;:33.34235049361408,&quot;y&quot;:0},{&quot;x&quot;:-33.34235049361408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9&quot;}},&quot;acc0b301-472b-41fa-83dc-3deeef81a293&quot;:{&quot;type&quot;:&quot;FIGURE_OBJECT&quot;,&quot;id&quot;:&quot;acc0b301-472b-41fa-83dc-3deeef81a293&quot;,&quot;relativeTransform&quot;:{&quot;translate&quot;:{&quot;x&quot;:525.4249810094956,&quot;y&quot;:-22.11062894294455},&quot;rotate&quot;:0},&quot;opacity&quot;:1,&quot;path&quot;:{&quot;type&quot;:&quot;POLY_LINE&quot;,&quot;points&quot;:[{&quot;x&quot;:-29.528200744272343,&quot;y&quot;:-0.11491889156954471},{&quot;x&quot;:29.528200744272343,&quot;y&quot;:0.1149188915696390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92&quot;}},&quot;4bb1606d-fbe3-4dde-be13-5f1875d0e81f&quot;:{&quot;type&quot;:&quot;FIGURE_OBJECT&quot;,&quot;id&quot;:&quot;4bb1606d-fbe3-4dde-be13-5f1875d0e81f&quot;,&quot;relativeTransform&quot;:{&quot;translate&quot;:{&quot;x&quot;:403.91095642765754,&quot;y&quot;:-171.96290076700342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3]}],&quot;text&quot;:&quot;Polymerization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06.0625,&quot;y&quot;:19},&quot;targetSize&quot;:{&quot;x&quot;:106.062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795&quot;}},&quot;4835ebea-af92-401b-8e67-fbf71625c3ae&quot;:{&quot;type&quot;:&quot;FIGURE_OBJECT&quot;,&quot;id&quot;:&quot;4835ebea-af92-401b-8e67-fbf71625c3ae&quot;,&quot;relativeTransform&quot;:{&quot;translate&quot;:{&quot;x&quot;:344.1039452212688,&quot;y&quot;:-0.02217553484378420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3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7.610595026713042,&quot;y&quot;:19},&quot;targetSize&quot;:{&quot;x&quot;:17.610595026713042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&quot;}},&quot;367c5146-3c93-4487-9880-76f006bdb878&quot;:{&quot;type&quot;:&quot;FIGURE_OBJECT&quot;,&quot;id&quot;:&quot;367c5146-3c93-4487-9880-76f006bdb878&quot;,&quot;relativeTransform&quot;:{&quot;translate&quot;:{&quot;x&quot;:344.12287304615245,&quot;y&quot;:-24.9417993910452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5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7.648450676480504,&quot;y&quot;:19},&quot;targetSize&quot;:{&quot;x&quot;:17.648450676480504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02&quot;}},&quot;6c7c124f-d204-41db-922f-54272f00b4e4&quot;:{&quot;type&quot;:&quot;FIGURE_OBJECT&quot;,&quot;id&quot;:&quot;6c7c124f-d204-41db-922f-54272f00b4e4&quot;,&quot;relativeTransform&quot;:{&quot;translate&quot;:{&quot;x&quot;:460.25042248770563,&quot;y&quot;:-94.41956268570758},&quot;rotate&quot;:0},&quot;opacity&quot;:1,&quot;source&quot;:{&quot;id&quot;:&quot;5eb32ccfbfb0b900ab85609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805&quot;}},&quot;fa47851d-669f-4ff6-b342-5cf7df6c306c&quot;:{&quot;type&quot;:&quot;FIGURE_OBJECT&quot;,&quot;id&quot;:&quot;fa47851d-669f-4ff6-b342-5cf7df6c306c&quot;,&quot;name&quot;:&quot;Radar&quot;,&quot;relativeTransform&quot;:{&quot;translate&quot;:{&quot;x&quot;:0,&quot;y&quot;:0},&quot;rotate&quot;:0,&quot;skewX&quot;:0,&quot;scale&quot;:{&quot;x&quot;:0.32567267105470193,&quot;y&quot;:0.32567267105470193}},&quot;opacity&quot;:1,&quot;image&quot;:{&quot;url&quot;:&quot;https://icons.biorender.com/biorender/5a7b6a46c232db0014da97cf/radar.pn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6c7c124f-d204-41db-922f-54272f00b4e4&quot;,&quot;order&quot;:&quot;2&quot;}},&quot;87e65a6f-03ee-41cb-93e5-ce88fe869de1&quot;:{&quot;type&quot;:&quot;FIGURE_OBJECT&quot;,&quot;id&quot;:&quot;87e65a6f-03ee-41cb-93e5-ce88fe869de1&quot;,&quot;relativeTransform&quot;:{&quot;translate&quot;:{&quot;x&quot;:0.0003579976548135082,&quot;y&quot;:0.0003579976548135082},&quot;rotate&quot;:0},&quot;layout&quot;:{&quot;sizeRatio&quot;:{&quot;x&quot;:0.88,&quot;y&quot;:0.88},&quot;keepAspectRatio&quot;:true},&quot;opacity&quot;:1,&quot;path&quot;:{&quot;type&quot;:&quot;ELLIPSE&quot;,&quot;size&quot;:{&quot;x&quot;:24.536106780245973,&quot;y&quot;:24.536106780245973}},&quot;pathStyles&quot;:[{&quot;type&quot;:&quot;FILL&quot;,&quot;fillStyle&quot;:&quot;rgba(116,251,82,1)&quot;},{&quot;type&quot;:&quot;STROKE&quot;,&quot;strokeStyle&quot;:&quot;rgba(47,172,12,1)&quot;,&quot;lineWidth&quot;:1.659478578622685,&quot;lineJoin&quot;:&quot;round&quot;}],&quot;isLocked&quot;:false,&quot;parent&quot;:{&quot;type&quot;:&quot;CHILD&quot;,&quot;parentId&quot;:&quot;6c7c124f-d204-41db-922f-54272f00b4e4&quot;,&quot;order&quot;:&quot;5&quot;}},&quot;35ee317b-22be-4f6f-8ddc-1284a38970df&quot;:{&quot;type&quot;:&quot;FIGURE_OBJECT&quot;,&quot;id&quot;:&quot;35ee317b-22be-4f6f-8ddc-1284a38970d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,&quot;range&quot;:[0,0]}],&quot;text&quot;:&quot;F&quot;,&quot;base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}],&quot;verticalAlign&quot;:&quot;TOP&quot;},&quot;size&quot;:{&quot;x&quot;:21.591773966616458,&quot;y&quot;:15.76504649691551},&quot;targetSize&quot;:{&quot;x&quot;:21.591773966616458,&quot;y&quot;:2},&quot;format&quot;:&quot;BETTER_TEXT&quot;},&quot;parent&quot;:{&quot;type&quot;:&quot;CHILD&quot;,&quot;parentId&quot;:&quot;87e65a6f-03ee-41cb-93e5-ce88fe869de1&quot;,&quot;order&quot;:&quot;5&quot;}},&quot;cbeab0aa-ce7a-4dc4-b00f-dbfcd236ad27&quot;:{&quot;type&quot;:&quot;FIGURE_OBJECT&quot;,&quot;id&quot;:&quot;cbeab0aa-ce7a-4dc4-b00f-dbfcd236ad27&quot;,&quot;relativeTransform&quot;:{&quot;translate&quot;:{&quot;x&quot;:435.5154578734226,&quot;y&quot;:-55.69168270136412},&quot;rotate&quot;:0},&quot;opacity&quot;:1,&quot;path&quot;:{&quot;type&quot;:&quot;POLY_LINE&quot;,&quot;points&quot;:[{&quot;x&quot;:2.5582238639672,&quot;y&quot;:21.869738016140968},{&quot;x&quot;:-5.67752919419787,&quot;y&quot;:-0.7062383442188366},{&quot;x&quot;:6.040127424316793,&quot;y&quot;:-21.869738016140968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807&quot;}},&quot;93f54fec-7498-4114-ad96-45021f782e60&quot;:{&quot;type&quot;:&quot;FIGURE_OBJECT&quot;,&quot;id&quot;:&quot;93f54fec-7498-4114-ad96-45021f782e60&quot;,&quot;relativeTransform&quot;:{&quot;translate&quot;:{&quot;x&quot;:537.2206493166599,&quot;y&quot;:-171.96290076700342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9]}],&quot;text&quot;:&quot;Polymerase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83.6015625,&quot;y&quot;:19},&quot;targetSize&quot;:{&quot;x&quot;:83.601562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1&quot;}},&quot;87f284fd-ecc6-4dcf-a473-1650fbc52b0b&quot;:{&quot;type&quot;:&quot;FIGURE_OBJECT&quot;,&quot;id&quot;:&quot;87f284fd-ecc6-4dcf-a473-1650fbc52b0b&quot;,&quot;name&quot;:&quot;Wavy arrow (pulse)&quot;,&quot;relativeTransform&quot;:{&quot;translate&quot;:{&quot;x&quot;:-29.04565049167394,&quot;y&quot;:112.04290214846905},&quot;rotate&quot;:2.337420687720981,&quot;skewX&quot;:8.636888014928419e-17,&quot;scale&quot;:{&quot;x&quot;:-0.283443485108224,&quot;y&quot;:0.2834434851082238}},&quot;opacity&quot;:1,&quot;image&quot;:{&quot;url&quot;:&quot;https://icons.biorender.com/biorender/5b61cc1cbc914a00141936df/wavy-arrow-pulse.png&quot;,&quot;size&quot;:{&quot;x&quot;:254,&quot;y&quot;:77},&quot;isPremium&quot;:false},&quot;source&quot;:{&quot;id&quot;:&quot;5b61cbd1901ecd0014b0cf93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825&quot;}},&quot;1109b943-c223-4f02-a3cd-460ebf1c8b91&quot;:{&quot;type&quot;:&quot;FIGURE_OBJECT&quot;,&quot;id&quot;:&quot;1109b943-c223-4f02-a3cd-460ebf1c8b91&quot;,&quot;relativeTransform&quot;:{&quot;translate&quot;:{&quot;x&quot;:-496.04089649838073,&quot;y&quot;:-112.3067465777530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1]}],&quot;text&quot;:&quot;Template DNA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04.3624080853763,&quot;y&quot;:19},&quot;targetSize&quot;:{&quot;x&quot;:104.3624080853763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35&quot;}},&quot;3a4b8725-f33c-4bb7-b601-a1c4259cc009&quot;:{&quot;type&quot;:&quot;FIGURE_OBJECT&quot;,&quot;id&quot;:&quot;3a4b8725-f33c-4bb7-b601-a1c4259cc009&quot;,&quot;relativeTransform&quot;:{&quot;translate&quot;:{&quot;x&quot;:-565.445786335682,&quot;y&quot;:-68.9986764757167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3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1.7734375,&quot;y&quot;:19},&quot;targetSize&quot;:{&quot;x&quot;:11.773437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4&quot;}},&quot;65418ab9-90d0-4bff-a2ce-38215c3433d8&quot;:{&quot;type&quot;:&quot;FIGURE_OBJECT&quot;,&quot;id&quot;:&quot;65418ab9-90d0-4bff-a2ce-38215c3433d8&quot;,&quot;relativeTransform&quot;:{&quot;translate&quot;:{&quot;x&quot;:-565.267865639306,&quot;y&quot;:-93.0566165053261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]}],&quot;text&quot;:&quot;5'&quot;,&quot;baseStyle&quot;:{&quot;fontFamily&quot;:&quot;Roboto&quot;,&quot;fontSize&quot;:16,&quot;color&quot;:&quot;#232323&quot;,&quot;fontWeight&quot;:&quot;normal&quot;,&quot;fontStyle&quot;:&quot;normal&quot;,&quot;decoration&quot;:&quot;none&quot;,&quot;script&quot;:&quot;none&quot;}}],&quot;verticalAlign&quot;:&quot;TOP&quot;},&quot;size&quot;:{&quot;x&quot;:12.129278892751767,&quot;y&quot;:19},&quot;targetSize&quot;:{&quot;x&quot;:12.129278892751767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5&quot;}},&quot;4e3af3d1-9fdd-4ac3-8e09-247f2d4647b5&quot;:{&quot;type&quot;:&quot;FIGURE_OBJECT&quot;,&quot;id&quot;:&quot;4e3af3d1-9fdd-4ac3-8e09-247f2d4647b5&quot;,&quot;name&quot;:&quot;ssDNA (unwound, for brush)&quot;,&quot;relativeTransform&quot;:{&quot;translate&quot;:{&quot;x&quot;:-452.3118336194553,&quot;y&quot;:-74.91784861130893},&quot;rotate&quot;:0},&quot;opacity&quot;:1,&quot;source&quot;:{&quot;id&quot;:&quot;5e75578c52bb9000abea632a&quot;,&quot;type&quot;:&quot;ASSETS&quot;},&quot;path&quot;:{&quot;type&quot;:&quot;POLY_LINE&quot;,&quot;points&quot;:[{&quot;x&quot;:-120.00434948290433,&quot;y&quot;:0},{&quot;x&quot;:120.00434948290433,&quot;y&quot;:0}],&quot;closed&quot;:false},&quot;pathStyles&quot;:[{&quot;type&quot;:&quot;FILL&quot;,&quot;fillStyle&quot;:&quot;rgba(0,0,0,0)&quot;},{&quot;type&quot;:&quot;STROKE&quot;,&quot;strokeStyle&quot;:&quot;rgba(0,0,0,0)&quot;,&quot;lineWidth&quot;:13.41,&quot;lineJoin&quot;:&quot;round&quot;}],&quot;pathSmoothing&quot;:{&quot;type&quot;:&quot;CATMULL_SMOOTHING&quot;,&quot;smoothing&quot;:0.2},&quot;pathPattern&quot;:{&quot;type&quot;:&quot;ROW&quot;,&quot;patternId&quot;:&quot;df731088-974d-4a7e-83b5-92b0b6b4c666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52&quot;},&quot;isPremium&quot;:true},&quot;4f9efb95-cc94-4146-84d6-f9dd9e0a38fd&quot;:{&quot;type&quot;:&quot;FIGURE_OBJECT&quot;,&quot;id&quot;:&quot;4f9efb95-cc94-4146-84d6-f9dd9e0a38fd&quot;,&quot;name&quot;:&quot;ssDNA (unwound, for brush)&quot;,&quot;relativeTransform&quot;:{&quot;translate&quot;:{&quot;x&quot;:-452.31183361945523,&quot;y&quot;:-89.0474312092801},&quot;rotate&quot;:0},&quot;opacity&quot;:1,&quot;source&quot;:{&quot;id&quot;:&quot;5e75578c52bb9000abea632a&quot;,&quot;type&quot;:&quot;ASSETS&quot;},&quot;path&quot;:{&quot;type&quot;:&quot;POLY_LINE&quot;,&quot;points&quot;:[{&quot;x&quot;:120.00434948290409,&quot;y&quot;:0},{&quot;x&quot;:-120.00434948290413,&quot;y&quot;:0}],&quot;closed&quot;:false},&quot;pathStyles&quot;:[{&quot;type&quot;:&quot;FILL&quot;,&quot;fillStyle&quot;:&quot;rgba(0,0,0,0)&quot;},{&quot;type&quot;:&quot;STROKE&quot;,&quot;strokeStyle&quot;:&quot;rgba(0,0,0,0)&quot;,&quot;lineWidth&quot;:13.41,&quot;lineJoin&quot;:&quot;round&quot;}],&quot;pathSmoothing&quot;:{&quot;type&quot;:&quot;CATMULL_SMOOTHING&quot;,&quot;smoothing&quot;:0.2},&quot;pathPattern&quot;:{&quot;type&quot;:&quot;ROW&quot;,&quot;patternId&quot;:&quot;dd21ac43-f046-463f-8a49-44ad52140073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55&quot;},&quot;isPremium&quot;:true},&quot;f195836d-139f-4cea-9e3d-a0c2a3000e83&quot;:{&quot;type&quot;:&quot;FIGURE_OBJECT&quot;,&quot;id&quot;:&quot;f195836d-139f-4cea-9e3d-a0c2a3000e83&quot;,&quot;relativeTransform&quot;:{&quot;translate&quot;:{&quot;x&quot;:250.57547184389503,&quot;y&quot;:265.9939532283338},&quot;rotate&quot;:0},&quot;opacity&quot;:1,&quot;path&quot;:{&quot;type&quot;:&quot;POLY_LINE&quot;,&quot;points&quot;:[{&quot;x&quot;:-114.31356428224808,&quot;y&quot;:3.9827012938605746},{&quot;x&quot;:-39.065645127882654,&quot;y&quot;:-2.7250061484308636},{&quot;x&quot;:114.31356428224782,&quot;y&quot;:-2.7250061484308636}],&quot;closed&quot;:false},&quot;pathStyles&quot;:[{&quot;type&quot;:&quot;FILL&quot;,&quot;fillStyle&quot;:&quot;transparent&quot;},{&quot;type&quot;:&quot;STROKE&quot;,&quot;strokeStyle&quot;:&quot;rgba(23,23,23,1)&quot;,&quot;lineWidth&quot;:2.5815791225466422,&quot;lineJoin&quot;:&quot;round&quot;}],&quot;pathSmoothing&quot;:{&quot;type&quot;:&quot;CATMULL_SMOOTHING&quot;,&quot;smoothing&quot;:0.2},&quot;isLocked&quot;:false,&quot;parent&quot;:{&quot;type&quot;:&quot;CHILD&quot;,&quot;parentId&quot;:&quot;1732c59e-243e-4815-899b-fce9a5c7fca8&quot;,&quot;order&quot;:&quot;986&quot;}},&quot;373e5059-1389-48ba-a1c6-f1ad9296ecf7&quot;:{&quot;type&quot;:&quot;FIGURE_OBJECT&quot;,&quot;id&quot;:&quot;373e5059-1389-48ba-a1c6-f1ad9296ecf7&quot;,&quot;relativeTransform&quot;:{&quot;translate&quot;:{&quot;x&quot;:228.4210995472763,&quot;y&quot;:201.69908501113468},&quot;rotate&quot;:0},&quot;opacity&quot;:1,&quot;path&quot;:{&quot;type&quot;:&quot;POLY_LINE&quot;,&quot;points&quot;:[{&quot;x&quot;:-92.97937420012805,&quot;y&quot;:66.6441757272595},{&quot;x&quot;:-11.919715878631347,&quot;y&quot;:56.698661858473876},{&quot;x&quot;:12.361419691346953,&quot;y&quot;:-60.19473936655651},{&quot;x&quot;:125.25548586059278,&quot;y&quot;:-72.15473137660712}],&quot;closed&quot;:false,&quot;cornerRounding&quot;:{&quot;type&quot;:&quot;ARC_LENGTH&quot;,&quot;global&quot;:71.480020195587}},&quot;pathStyles&quot;:[{&quot;type&quot;:&quot;FILL&quot;,&quot;fillStyle&quot;:&quot;rgba(0,0,0,0)&quot;},{&quot;type&quot;:&quot;STROKE&quot;,&quot;strokeStyle&quot;:&quot;rgba(83,212,47,1)&quot;,&quot;lineWidth&quot;:2.6872651502927165,&quot;lineJoin&quot;:&quot;round&quot;}],&quot;isLocked&quot;:false,&quot;parent&quot;:{&quot;type&quot;:&quot;CHILD&quot;,&quot;parentId&quot;:&quot;1732c59e-243e-4815-899b-fce9a5c7fca8&quot;,&quot;order&quot;:&quot;9862&quot;}},&quot;445338db-bd2b-4614-bcfb-72fa0fb71543&quot;:{&quot;type&quot;:&quot;FIGURE_OBJECT&quot;,&quot;id&quot;:&quot;445338db-bd2b-4614-bcfb-72fa0fb71543&quot;,&quot;relativeTransform&quot;:{&quot;translate&quot;:{&quot;x&quot;:251.72156559306072,&quot;y&quot;:197.28562064334403},&quot;rotate&quot;:0},&quot;opacity&quot;:1,&quot;path&quot;:{&quot;type&quot;:&quot;POLY_LINE&quot;,&quot;points&quot;:[{&quot;x&quot;:-116.62343974500725,&quot;y&quot;:-73.42855794578392},{&quot;x&quot;:-116.62343974500725,&quot;y&quot;:73.42855794578392},{&quot;x&quot;:116.62343974500725,&quot;y&quot;:73.42855794578392}],&quot;closed&quot;:false},&quot;pathStyles&quot;:[{&quot;type&quot;:&quot;FILL&quot;,&quot;fillStyle&quot;:&quot;transparent&quot;},{&quot;type&quot;:&quot;STROKE&quot;,&quot;strokeStyle&quot;:&quot;#232323&quot;,&quot;lineWidth&quot;:1.7210527483644287,&quot;lineJoin&quot;:&quot;round&quot;,&quot;dashArray&quot;:[0,0]}],&quot;isLocked&quot;:false,&quot;parent&quot;:{&quot;type&quot;:&quot;CHILD&quot;,&quot;parentId&quot;:&quot;1732c59e-243e-4815-899b-fce9a5c7fca8&quot;,&quot;order&quot;:&quot;9865&quot;}},&quot;d075de90-cfd4-431d-8a65-d1fcad1be529&quot;:{&quot;type&quot;:&quot;FIGURE_OBJECT&quot;,&quot;id&quot;:&quot;d075de90-cfd4-431d-8a65-d1fcad1be529&quot;,&quot;relativeTransform&quot;:{&quot;translate&quot;:{&quot;x&quot;:121.06549502620105,&quot;y&quot;:197.39528792168647},&quot;rotate&quot;:-1.5707963267948966,&quot;skewX&quot;:2.465190328815662e-32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11]}],&quot;text&quot;:&quot;Fluorescence&quot;,&quot;baseStyle&quot;:{&quot;fontFamily&quot;:&quot;Roboto&quot;,&quot;fontSize&quot;:16,&quot;color&quot;:&quot;#232323&quot;,&quot;fontWeight&quot;:&quot;bold&quot;,&quot;fontStyle&quot;:&quot;normal&quot;,&quot;decoration&quot;:&quot;none&quot;,&quot;script&quot;:&quot;none&quot;}}],&quot;verticalAlign&quot;:&quot;TOP&quot;},&quot;size&quot;:{&quot;x&quot;:97.94742177424536,&quot;y&quot;:19},&quot;targetSize&quot;:{&quot;x&quot;:97.94742177424536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7&quot;}},&quot;d13dc9b5-f087-4d7b-9712-33fc2558d9b3&quot;:{&quot;type&quot;:&quot;FIGURE_OBJECT&quot;,&quot;id&quot;:&quot;d13dc9b5-f087-4d7b-9712-33fc2558d9b3&quot;,&quot;relativeTransform&quot;:{&quot;translate&quot;:{&quot;x&quot;:251.24452837371487,&quot;y&quot;:228.57739283564513},&quot;rotate&quot;:0},&quot;opacity&quot;:1,&quot;path&quot;:{&quot;type&quot;:&quot;POLY_LINE&quot;,&quot;points&quot;:[{&quot;x&quot;:-116.8043254292583,&quot;y&quot;:0},{&quot;x&quot;:116.8043254292583,&quot;y&quot;:0}],&quot;closed&quot;:false},&quot;pathStyles&quot;:[{&quot;type&quot;:&quot;FILL&quot;,&quot;fillStyle&quot;:&quot;rgba(0,0,0,0)&quot;},{&quot;type&quot;:&quot;STROKE&quot;,&quot;strokeStyle&quot;:&quot;rgba(129,134,137,1)&quot;,&quot;lineWidth&quot;:1.6123590901756297,&quot;lineJoin&quot;:&quot;round&quot;,&quot;dashArray&quot;:[5.75678571852389,5.75678571852389]}],&quot;isLocked&quot;:false,&quot;parent&quot;:{&quot;type&quot;:&quot;CHILD&quot;,&quot;parentId&quot;:&quot;1732c59e-243e-4815-899b-fce9a5c7fca8&quot;,&quot;order&quot;:&quot;9872&quot;}},&quot;7a058faf-9a09-482f-8d27-b0e21e1f7373&quot;:{&quot;type&quot;:&quot;FIGURE_OBJECT&quot;,&quot;id&quot;:&quot;7a058faf-9a09-482f-8d27-b0e21e1f7373&quot;,&quot;relativeTransform&quot;:{&quot;translate&quot;:{&quot;x&quot;:254.57837400408417,&quot;y&quot;:287.7369344854925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6,&quot;color&quot;:&quot;#232323&quot;,&quot;fontWeight&quot;:&quot;normal&quot;,&quot;fontStyle&quot;:&quot;normal&quot;,&quot;decoration&quot;:&quot;none&quot;,&quot;script&quot;:&quot;none&quot;},&quot;range&quot;:[0,5]}],&quot;text&quot;:&quot;Cycles&quot;,&quot;baseStyle&quot;:{&quot;fontFamily&quot;:&quot;Roboto&quot;,&quot;fontSize&quot;:16,&quot;color&quot;:&quot;#232323&quot;,&quot;fontWeight&quot;:&quot;bold&quot;,&quot;fontStyle&quot;:&quot;normal&quot;,&quot;decoration&quot;:&quot;none&quot;,&quot;script&quot;:&quot;none&quot;}}],&quot;verticalAlign&quot;:&quot;TOP&quot;},&quot;size&quot;:{&quot;x&quot;:46.8671875,&quot;y&quot;:19},&quot;targetSize&quot;:{&quot;x&quot;:46.867187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75&quot;}},&quot;1290b930-171b-492a-94d7-ec4efe2da39f&quot;:{&quot;type&quot;:&quot;FIGURE_OBJECT&quot;,&quot;id&quot;:&quot;1290b930-171b-492a-94d7-ec4efe2da39f&quot;,&quot;relativeTransform&quot;:{&quot;translate&quot;:{&quot;x&quot;:323.4095700322339,&quot;y&quot;:216.47799195877053},&quot;rotate&quot;:0},&quot;opacity&quot;:1,&quot;pathStyles&quot;:[{&quot;type&quot;:&quot;FILL&quot;,&quot;fillStyle&quot;:&quot;rgba(129,134,137,1)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rgba(129,134,137,1)&quot;,&quot;fontWeight&quot;:&quot;normal&quot;,&quot;fontStyle&quot;:&quot;normal&quot;,&quot;decoration&quot;:&quot;none&quot;,&quot;script&quot;:&quot;none&quot;},&quot;range&quot;:[0,8]}],&quot;text&quot;:&quot;Threshold&quot;,&quot;baseStyle&quot;:{&quot;fontFamily&quot;:&quot;Roboto&quot;,&quot;fontSize&quot;:16,&quot;color&quot;:&quot;rgba(129,134,137,1)&quot;,&quot;fontWeight&quot;:&quot;normal&quot;,&quot;fontStyle&quot;:&quot;normal&quot;,&quot;decoration&quot;:&quot;none&quot;,&quot;script&quot;:&quot;none&quot;}}],&quot;verticalAlign&quot;:&quot;TOP&quot;},&quot;size&quot;:{&quot;x&quot;:71.1953125,&quot;y&quot;:19},&quot;targetSize&quot;:{&quot;x&quot;:71.195312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8&quot;}},&quot;900196e1-873a-4932-89b8-a35f061cd097&quot;:{&quot;type&quot;:&quot;FIGURE_OBJECT&quot;,&quot;id&quot;:&quot;900196e1-873a-4932-89b8-a35f061cd097&quot;,&quot;relativeTransform&quot;:{&quot;translate&quot;:{&quot;x&quot;:298.416224271479,&quot;y&quot;:246.50921082433086},&quot;rotate&quot;:0},&quot;opacity&quot;:1,&quot;pathStyles&quot;:[{&quot;type&quot;:&quot;FILL&quot;,&quot;fillStyle&quot;:&quot;rgba(23,23,23,1)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15]}],&quot;text&quot;:&quot;No amplification&quot;,&quot;base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21.18200402150984,&quot;y&quot;:19},&quot;targetSize&quot;:{&quot;x&quot;:121.18200402150984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85&quot;}},&quot;4df28889-6a9f-4ca1-8a69-6a7262aae8b9&quot;:{&quot;type&quot;:&quot;FIGURE_OBJECT&quot;,&quot;id&quot;:&quot;4df28889-6a9f-4ca1-8a69-6a7262aae8b9&quot;,&quot;relativeTransform&quot;:{&quot;translate&quot;:{&quot;x&quot;:310.9837887822339,&quot;y&quot;:158.7654260941086},&quot;rotate&quot;:0},&quot;opacity&quot;:1,&quot;pathStyles&quot;:[{&quot;type&quot;:&quot;FILL&quot;,&quot;fillStyle&quot;:&quot;rgba(98,141,86,1)&quot;}],&quot;text&quot;:{&quot;textData&quot;:{&quot;lineSpacing&quot;:&quot;normal&quot;,&quot;alignment&quot;:&quot;right&quot;,&quot;lines&quot;:[{&quot;runs&quot;:[{&quot;style&quot;:{&quot;fontFamily&quot;:&quot;Roboto&quot;,&quot;fontSize&quot;:16,&quot;color&quot;:&quot;rgba(83, 212, 47, 1)&quot;,&quot;fontWeight&quot;:&quot;bold&quot;,&quot;fontStyle&quot;:&quot;normal&quot;,&quot;decoration&quot;:&quot;none&quot;,&quot;script&quot;:&quot;none&quot;},&quot;range&quot;:[0,12]}],&quot;text&quot;:&quot;Amplification&quot;,&quot;baseStyle&quot;:{&quot;fontFamily&quot;:&quot;Roboto&quot;,&quot;fontSize&quot;:16,&quot;color&quot;:&quot;rgba(98,141,86,1)&quot;,&quot;fontWeight&quot;:&quot;bold&quot;,&quot;fontStyle&quot;:&quot;normal&quot;,&quot;decoration&quot;:&quot;none&quot;,&quot;script&quot;:&quot;none&quot;}}],&quot;verticalAlign&quot;:&quot;TOP&quot;},&quot;size&quot;:{&quot;x&quot;:96.046875,&quot;y&quot;:19},&quot;targetSize&quot;:{&quot;x&quot;:96.046875,&quot;y&quot;:19},&quot;format&quot;:&quot;BETTER_TEXT&quot;,&quot;verticalAlign&quot;:&quot;TOP&quot;},&quot;isLocked&quot;:false,&quot;parent&quot;:{&quot;type&quot;:&quot;CHILD&quot;,&quot;parentId&quot;:&quot;1732c59e-243e-4815-899b-fce9a5c7fca8&quot;,&quot;order&quot;:&quot;989&quot;}},&quot;9c9d1f4f-5212-4cf8-a365-41453ce5ed4a&quot;:{&quot;type&quot;:&quot;FIGURE_OBJECT&quot;,&quot;id&quot;:&quot;9c9d1f4f-5212-4cf8-a365-41453ce5ed4a&quot;,&quot;relativeTransform&quot;:{&quot;translate&quot;:{&quot;x&quot;:254.77956378400657,&quot;y&quot;:94.4782148071993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8.666666666666664,&quot;color&quot;:&quot;#232323&quot;,&quot;fontWeight&quot;:&quot;bold&quot;,&quot;fontStyle&quot;:&quot;normal&quot;,&quot;decoration&quot;:&quot;none&quot;,&quot;script&quot;:&quot;none&quot;},&quot;range&quot;:[0,6]}],&quot;text&quot;:&quot;Results&quot;,&quot;baseStyle&quot;:{&quot;fontFamily&quot;:&quot;Roboto&quot;,&quot;fontSize&quot;:18.666666666666664,&quot;color&quot;:&quot;#232323&quot;,&quot;fontWeight&quot;:&quot;bold&quot;,&quot;fontStyle&quot;:&quot;normal&quot;,&quot;decoration&quot;:&quot;none&quot;,&quot;script&quot;:&quot;none&quot;}}],&quot;verticalAlign&quot;:&quot;TOP&quot;},&quot;size&quot;:{&quot;x&quot;:62.877227783203125,&quot;y&quot;:22},&quot;targetSize&quot;:{&quot;x&quot;:62.877227783203125,&quot;y&quot;:22},&quot;format&quot;:&quot;BETTER_TEXT&quot;,&quot;verticalAlign&quot;:&quot;TOP&quot;},&quot;isLocked&quot;:false,&quot;parent&quot;:{&quot;type&quot;:&quot;CHILD&quot;,&quot;parentId&quot;:&quot;1732c59e-243e-4815-899b-fce9a5c7fca8&quot;,&quot;order&quot;:&quot;99&quot;}},&quot;f93d5b7e-3df1-4df5-9b6f-3e163608ced6&quot;:{&quot;type&quot;:&quot;FIGURE_OBJECT&quot;,&quot;id&quot;:&quot;f93d5b7e-3df1-4df5-9b6f-3e163608ced6&quot;,&quot;name&quot;:&quot;ssDNA (unwound, for brush)&quot;,&quot;relativeTransform&quot;:{&quot;translate&quot;:{&quot;x&quot;:116.56225780215833,&quot;y&quot;:-149.74149193366912},&quot;rotate&quot;:0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d8311199-e45b-46af-9abb-958c341911cb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02&quot;},&quot;isPremium&quot;:true},&quot;df89945a-1898-4150-9f89-4b10eb5dde46&quot;:{&quot;relativeTransform&quot;:{&quot;translate&quot;:{&quot;x&quot;:190.65745738473052,&quot;y&quot;:-137.4497856143984},&quot;rotate&quot;:0},&quot;type&quot;:&quot;FIGURE_OBJECT&quot;,&quot;id&quot;:&quot;df89945a-1898-4150-9f89-4b10eb5dde46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69ae614-c76c-4bb1-8450-2e276f3ca413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05&quot;},&quot;isPremium&quot;:true},&quot;7440657c-1e87-42e5-83e4-d10574b8e999&quot;:{&quot;relativeTransform&quot;:{&quot;translate&quot;:{&quot;x&quot;:190.65745738473052,&quot;y&quot;:-137.91964469062617},&quot;rotate&quot;:0},&quot;type&quot;:&quot;FIGURE_OBJECT&quot;,&quot;id&quot;:&quot;7440657c-1e87-42e5-83e4-d10574b8e999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3f49add7-4614-4ae1-b77d-e47c5c8beeda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1&quot;},&quot;isPremium&quot;:true},&quot;f559e8ce-cf1c-42a8-9e0d-58f16ad1616e&quot;:{&quot;relativeTransform&quot;:{&quot;translate&quot;:{&quot;x&quot;:235.67184977171527,&quot;y&quot;:-94.41912092686078},&quot;rotate&quot;:-0.704480103503673},&quot;type&quot;:&quot;FIGURE_OBJECT&quot;,&quot;id&quot;:&quot;f559e8ce-cf1c-42a8-9e0d-58f16ad1616e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75fc9c7c-ef91-4737-9769-17b13ab9490a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12&quot;},&quot;isPremium&quot;:true},&quot;a6f60b8d-df0f-4825-aeba-05d5c6959865&quot;:{&quot;type&quot;:&quot;FIGURE_OBJECT&quot;,&quot;id&quot;:&quot;a6f60b8d-df0f-4825-aeba-05d5c6959865&quot;,&quot;name&quot;:&quot;ssDNA (unwound, for brush)&quot;,&quot;relativeTransform&quot;:{&quot;translate&quot;:{&quot;x&quot;:117.85657858015814,&quot;y&quot;:-4.4078280746316825},&quot;rotate&quot;:3.141592653589793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c30d53fa-7181-4d9d-80c8-bdabe08591a2&quot;,&quot;patternTransform&quot;:{&quot;translate&quot;:{&quot;x&quot;:-9.540979117872439e-17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15&quot;},&quot;isPremium&quot;:true},&quot;a1f00227-46f2-4831-99fe-2cf5ae4a63fb&quot;:{&quot;relativeTransform&quot;:{&quot;translate&quot;:{&quot;x&quot;:43.761378997585986,&quot;y&quot;:-16.699534393902404},&quot;rotate&quot;:3.141592653589793},&quot;type&quot;:&quot;FIGURE_OBJECT&quot;,&quot;id&quot;:&quot;a1f00227-46f2-4831-99fe-2cf5ae4a63fb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bbb2bf19-ce90-4743-a3de-a7d7a5356def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2&quot;},&quot;isPremium&quot;:true},&quot;6533e8cd-d5d5-4d08-b265-9399c86baa71&quot;:{&quot;relativeTransform&quot;:{&quot;translate&quot;:{&quot;x&quot;:43.761378997585986,&quot;y&quot;:-16.229675317674626},&quot;rotate&quot;:3.141592653589793},&quot;type&quot;:&quot;FIGURE_OBJECT&quot;,&quot;id&quot;:&quot;6533e8cd-d5d5-4d08-b265-9399c86baa71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6e9fef4-bd68-42b4-85ae-71b821b7fa48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22&quot;},&quot;isPremium&quot;:true},&quot;5db7a573-6704-43f2-9711-5e70646ed0cb&quot;:{&quot;relativeTransform&quot;:{&quot;translate&quot;:{&quot;x&quot;:-2.5023917559976603,&quot;y&quot;:-59.71302916698016},&quot;rotate&quot;:2.5373117319132694},&quot;type&quot;:&quot;FIGURE_OBJECT&quot;,&quot;id&quot;:&quot;5db7a573-6704-43f2-9711-5e70646ed0cb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,&quot;y&quot;:0},{&quot;x&quot;:21.576042820572194,&quot;y&quot;:0}],&quot;closed&quot;:false},&quot;pathStyles&quot;:[{&quot;type&quot;:&quot;FILL&quot;,&quot;fillStyle&quot;:&quot;rgba(0,0,0,0)&quot;},{&quot;type&quot;:&quot;STROKE&quot;,&quot;strokeStyle&quot;:&quot;rgba(0,0,0,0)&quot;,&quot;lineWidth&quot;:12.499999999999996,&quot;lineJoin&quot;:&quot;round&quot;}],&quot;pathSmoothing&quot;:{&quot;type&quot;:&quot;CATMULL_SMOOTHING&quot;,&quot;smoothing&quot;:0.2},&quot;pathPattern&quot;:{&quot;type&quot;:&quot;ROW&quot;,&quot;patternId&quot;:&quot;00e2ded3-93ca-41c5-9362-a69a574fd624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25&quot;},&quot;isPremium&quot;:true},&quot;23d49b7f-aaf5-4c60-933d-8860537aac21&quot;:{&quot;type&quot;:&quot;FIGURE_OBJECT&quot;,&quot;id&quot;:&quot;23d49b7f-aaf5-4c60-933d-8860537aac21&quot;,&quot;parent&quot;:{&quot;type&quot;:&quot;CHILD&quot;,&quot;parentId&quot;:&quot;1732c59e-243e-4815-899b-fce9a5c7fca8&quot;,&quot;order&quot;:&quot;993&quot;},&quot;relativeTransform&quot;:{&quot;translate&quot;:{&quot;x&quot;:-10.96020050545739,&quot;y&quot;:20.69270673525525},&quot;rotate&quot;:0}},&quot;2520ec20-5224-4787-8064-ec08b9a05676&quot;:{&quot;type&quot;:&quot;FIGURE_OBJECT&quot;,&quot;id&quot;:&quot;2520ec20-5224-4787-8064-ec08b9a05676&quot;,&quot;relativeTransform&quot;:{&quot;translate&quot;:{&quot;x&quot;:135.10611466050108,&quot;y&quot;:-50.89957813579495},&quot;rotate&quot;:0},&quot;opacity&quot;:1,&quot;path&quot;:{&quot;type&quot;:&quot;POLY_LINE&quot;,&quot;points&quot;:[{&quot;x&quot;:2.6419986072076265,&quot;y&quot;:7.6471092270350685},{&quot;x&quot;:-2.6419986072076265,&quot;y&quot;:-7.6471092270350685}],&quot;closed&quot;:false},&quot;pathStyles&quot;:[{&quot;type&quot;:&quot;FILL&quot;,&quot;fillStyle&quot;:&quot;rgba(0,0,0,0)&quot;},{&quot;type&quot;:&quot;STROKE&quot;,&quot;strokeStyle&quot;:&quot;rgba(235, 125, 0, 1)&quot;,&quot;lineWidth&quot;:2.2552101208589654,&quot;lineJoin&quot;:&quot;round&quot;}],&quot;isLocked&quot;:false,&quot;parent&quot;:{&quot;type&quot;:&quot;CHILD&quot;,&quot;parentId&quot;:&quot;23d49b7f-aaf5-4c60-933d-8860537aac21&quot;,&quot;order&quot;:&quot;2&quot;}},&quot;31c6a98d-dc00-439c-be3e-44e98e5dbfcc&quot;:{&quot;type&quot;:&quot;FIGURE_OBJECT&quot;,&quot;id&quot;:&quot;31c6a98d-dc00-439c-be3e-44e98e5dbfcc&quot;,&quot;relativeTransform&quot;:{&quot;translate&quot;:{&quot;x&quot;:177.94161829195042,&quot;y&quot;:-50.66977883002832},&quot;rotate&quot;:0},&quot;opacity&quot;:1,&quot;path&quot;:{&quot;type&quot;:&quot;POLY_LINE&quot;,&quot;points&quot;:[{&quot;x&quot;:-3.231400579090459,&quot;y&quot;:7.41730992126844},{&quot;x&quot;:3.231400579090459,&quot;y&quot;:-7.41730992126844}],&quot;closed&quot;:false},&quot;pathStyles&quot;:[{&quot;type&quot;:&quot;FILL&quot;,&quot;fillStyle&quot;:&quot;rgba(0,0,0,0)&quot;},{&quot;type&quot;:&quot;STROKE&quot;,&quot;strokeStyle&quot;:&quot;rgba(235, 125, 0, 1)&quot;,&quot;lineWidth&quot;:2.255210120858966,&quot;lineJoin&quot;:&quot;round&quot;}],&quot;isLocked&quot;:false,&quot;parent&quot;:{&quot;type&quot;:&quot;CHILD&quot;,&quot;parentId&quot;:&quot;23d49b7f-aaf5-4c60-933d-8860537aac21&quot;,&quot;order&quot;:&quot;5&quot;}},&quot;85cdbe06-21c9-4d40-84a2-00613898b40e&quot;:{&quot;relativeTransform&quot;:{&quot;translate&quot;:{&quot;x&quot;:156.23573848475613,&quot;y&quot;:-38.09311557635238},&quot;rotate&quot;:3.141592653589793},&quot;type&quot;:&quot;FIGURE_OBJECT&quot;,&quot;id&quot;:&quot;85cdbe06-21c9-4d40-84a2-00613898b40e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e1a8ec3-0b66-40d3-8f4e-632c8285ffa0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23d49b7f-aaf5-4c60-933d-8860537aac21&quot;,&quot;order&quot;:&quot;7&quot;},&quot;isPremium&quot;:true},&quot;1f277a14-a00f-41e5-8908-bc512102d5da&quot;:{&quot;type&quot;:&quot;FIGURE_OBJECT&quot;,&quot;id&quot;:&quot;1f277a14-a00f-41e5-8908-bc512102d5da&quot;,&quot;name&quot;:&quot;ssDNA (unwound, for brush)&quot;,&quot;relativeTransform&quot;:{&quot;translate&quot;:{&quot;x&quot;:444.5387720029481,&quot;y&quot;:-149.74149193366912},&quot;rotate&quot;:0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94d2d16f-dfda-4aa6-a9c4-b389a4bb0e97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12&quot;},&quot;isPremium&quot;:true},&quot;362864b5-7f0d-4726-a6e8-8ab3571df8be&quot;:{&quot;relativeTransform&quot;:{&quot;translate&quot;:{&quot;x&quot;:518.6339715855203,&quot;y&quot;:-136.91745246932697},&quot;rotate&quot;:0},&quot;type&quot;:&quot;FIGURE_OBJECT&quot;,&quot;id&quot;:&quot;362864b5-7f0d-4726-a6e8-8ab3571df8be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6c2501a1-ffc2-4f23-a673-1622db88019a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82&quot;},&quot;isPremium&quot;:true},&quot;26696782-02b5-42fc-9925-0af5c3b5fb28&quot;:{&quot;relativeTransform&quot;:{&quot;translate&quot;:{&quot;x&quot;:518.6339715855203,&quot;y&quot;:-137.38731154555475},&quot;rotate&quot;:0},&quot;type&quot;:&quot;FIGURE_OBJECT&quot;,&quot;id&quot;:&quot;26696782-02b5-42fc-9925-0af5c3b5fb28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940b4aae-cec3-457f-8eea-f871238b0841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822&quot;},&quot;isPremium&quot;:true},&quot;2ef96099-ae18-4145-be32-cd7efe378009&quot;:{&quot;type&quot;:&quot;FIGURE_OBJECT&quot;,&quot;id&quot;:&quot;2ef96099-ae18-4145-be32-cd7efe378009&quot;,&quot;name&quot;:&quot;ssDNA (unwound, for brush)&quot;,&quot;relativeTransform&quot;:{&quot;translate&quot;:{&quot;x&quot;:475.7340767202267,&quot;y&quot;:-137.4703721364433},&quot;rotate&quot;:3.141592653589793},&quot;opacity&quot;:1,&quot;source&quot;:{&quot;id&quot;:&quot;5e75578c52bb9000abea632a&quot;,&quot;type&quot;:&quot;ASSETS&quot;},&quot;path&quot;:{&quot;type&quot;:&quot;POLY_LINE&quot;,&quot;points&quot;:[{&quot;x&quot;:-32.08467418392202,&quot;y&quot;:0},{&quot;x&quot;:32.08467418392202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3ffa8c1c-3e2a-44be-9be7-4e0d8b9dc1ec&quot;,&quot;patternTransform&quot;:{&quot;translate&quot;:{&quot;x&quot;:-9.540979117872439e-17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15&quot;},&quot;isPremium&quot;:true},&quot;b25f7129-a454-4fed-9a5d-4e6b179af299&quot;:{&quot;type&quot;:&quot;FIGURE_OBJECT&quot;,&quot;id&quot;:&quot;b25f7129-a454-4fed-9a5d-4e6b179af299&quot;,&quot;relativeTransform&quot;:{&quot;translate&quot;:{&quot;x&quot;:470.25399810669114,&quot;y&quot;:-155.7728318702167},&quot;rotate&quot;:0},&quot;opacity&quot;:1,&quot;path&quot;:{&quot;type&quot;:&quot;POLY_LINE&quot;,&quot;points&quot;:[{&quot;x&quot;:-22.100452833064992,&quot;y&quot;:16.494978757036044},{&quot;x&quot;:-1.7952593830675219,&quot;y&quot;:-16.494978757036044},{&quot;x&quot;:22.100452833064846,&quot;y&quot;:-16.494978757036044}],&quot;closed&quot;:false},&quot;pathStyles&quot;:[{&quot;type&quot;:&quot;FILL&quot;,&quot;fillStyle&quot;:&quot;rgba(0,0,0,0)&quot;},{&quot;type&quot;:&quot;STROKE&quot;,&quot;strokeStyle&quot;:&quot;#232323&quot;,&quot;lineWidth&quot;:1.659478578622685,&quot;lineJoin&quot;:&quot;round&quot;}],&quot;pathMarkers&quot;:{&quot;markerStart&quot;:{&quot;type&quot;:&quot;PATH&quot;,&quot;units&quot;:{&quot;type&quot;:&quot;STROKE_WIDTH&quot;,&quot;scale&quot;:0.9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95&quot;}},&quot;8f4b5a52-1a1d-4eae-b4de-c27cfa648ba5&quot;:{&quot;type&quot;:&quot;FIGURE_OBJECT&quot;,&quot;id&quot;:&quot;8f4b5a52-1a1d-4eae-b4de-c27cfa648ba5&quot;,&quot;name&quot;:&quot;ssDNA (unwound, for brush)&quot;,&quot;relativeTransform&quot;:{&quot;translate&quot;:{&quot;x&quot;:446.5749110865243,&quot;y&quot;:-4.4078280746316825},&quot;rotate&quot;:-3.141592653589793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79943f72-3d6c-4fa6-9b0e-6dd767923288&quot;,&quot;patternTransform&quot;:{&quot;translate&quot;:{&quot;x&quot;:-9.540979117872439e-17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52&quot;},&quot;isPremium&quot;:true},&quot;85bf4f42-eab0-4ebd-ba90-65a18d0475b9&quot;:{&quot;relativeTransform&quot;:{&quot;translate&quot;:{&quot;x&quot;:372.47971150395216,&quot;y&quot;:-16.69953439390244},&quot;rotate&quot;:-3.141592653589793},&quot;type&quot;:&quot;FIGURE_OBJECT&quot;,&quot;id&quot;:&quot;85bf4f42-eab0-4ebd-ba90-65a18d0475b9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a00b130c-3410-44f7-afa9-a61252c26cf6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6&quot;},&quot;isPremium&quot;:true},&quot;d28415f6-c94b-481a-b7eb-2672a46ffeec&quot;:{&quot;relativeTransform&quot;:{&quot;translate&quot;:{&quot;x&quot;:372.47971150395216,&quot;y&quot;:-16.229675317674662},&quot;rotate&quot;:-3.141592653589793},&quot;type&quot;:&quot;FIGURE_OBJECT&quot;,&quot;id&quot;:&quot;d28415f6-c94b-481a-b7eb-2672a46ffeec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fb33ee6-c209-4f57-aead-fbe72421bb6d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62&quot;},&quot;isPremium&quot;:true},&quot;a2eb4787-ff62-46df-82b5-41040e5441fa&quot;:{&quot;type&quot;:&quot;FIGURE_OBJECT&quot;,&quot;id&quot;:&quot;a2eb4787-ff62-46df-82b5-41040e5441fa&quot;,&quot;name&quot;:&quot;ssDNA (unwound, for brush)&quot;,&quot;relativeTransform&quot;:{&quot;translate&quot;:{&quot;x&quot;:415.3796063692457,&quot;y&quot;:-16.146614726786083},&quot;rotate&quot;:1.99159850020592e-16},&quot;opacity&quot;:1,&quot;source&quot;:{&quot;id&quot;:&quot;5e75578c52bb9000abea632a&quot;,&quot;type&quot;:&quot;ASSETS&quot;},&quot;path&quot;:{&quot;type&quot;:&quot;POLY_LINE&quot;,&quot;points&quot;:[{&quot;x&quot;:-32.08467418392202,&quot;y&quot;:0},{&quot;x&quot;:32.08467418392202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8963c74c-40bd-497a-a809-78ea9d92d653&quot;,&quot;patternTransform&quot;:{&quot;translate&quot;:{&quot;x&quot;:-9.540979117872439e-17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55&quot;},&quot;isPremium&quot;:true},&quot;343efa45-0226-4924-be7f-5cc724837df3&quot;:{&quot;relativeTransform&quot;:{&quot;translate&quot;:{&quot;x&quot;:38.9152684181884,&quot;y&quot;:-116.12495308421265},&quot;rotate&quot;:2.572893676473628},&quot;type&quot;:&quot;FIGURE_OBJECT&quot;,&quot;id&quot;:&quot;343efa45-0226-4924-be7f-5cc724837df3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f01833b4-cddb-48b4-aae2-a5d30050aa24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72&quot;},&quot;isPremium&quot;:true},&quot;9d618941-c878-4308-be9c-e8ba985ebc4d&quot;:{&quot;relativeTransform&quot;:{&quot;translate&quot;:{&quot;x&quot;:199.2383713569769,&quot;y&quot;:-63.67635406223075},&quot;rotate&quot;:0.5505389070846118},&quot;type&quot;:&quot;FIGURE_OBJECT&quot;,&quot;id&quot;:&quot;9d618941-c878-4308-be9c-e8ba985ebc4d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b4c16779-eaf3-4858-903e-69c3f158661d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75&quot;},&quot;isPremium&quot;:true},&quot;7b3a5416-01d3-4046-a53f-df6694293ed5&quot;:{&quot;relativeTransform&quot;:{&quot;translate&quot;:{&quot;x&quot;:76.23936499072266,&quot;y&quot;:-87.4748802590443},&quot;rotate&quot;:0.6836722448025219},&quot;type&quot;:&quot;FIGURE_OBJECT&quot;,&quot;id&quot;:&quot;7b3a5416-01d3-4046-a53f-df6694293ed5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8ba2822f-99c5-4740-83c8-79a903a07730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8&quot;},&quot;isPremium&quot;:true},&quot;95276a8d-2737-493c-8b9f-04ca1f9745a9&quot;:{&quot;relativeTransform&quot;:{&quot;translate&quot;:{&quot;x&quot;:132.52501102723326,&quot;y&quot;:-90.99100039028971},&quot;rotate&quot;:2.7556194410866484},&quot;type&quot;:&quot;FIGURE_OBJECT&quot;,&quot;id&quot;:&quot;95276a8d-2737-493c-8b9f-04ca1f9745a9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5daef854-3fa2-411f-8d2c-843c259e843f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85&quot;},&quot;isPremium&quot;:true},&quot;0c493bff-db96-44b2-bbd5-86dbebe6c8bc&quot;:{&quot;type&quot;:&quot;FIGURE_OBJECT&quot;,&quot;id&quot;:&quot;0c493bff-db96-44b2-bbd5-86dbebe6c8bc&quot;,&quot;relativeTransform&quot;:{&quot;translate&quot;:{&quot;x&quot;:13.41089736516898,&quot;y&quot;:-38.11655347905218},&quot;rotate&quot;:-2.4492935982947064e-16},&quot;opacity&quot;:1,&quot;path&quot;:{&quot;type&quot;:&quot;POLY_LINE&quot;,&quot;points&quot;:[{&quot;x&quot;:8.427336176694475,&quot;y&quot;:13.273355935085775},{&quot;x&quot;:-5.631803256589088,&quot;y&quot;:3.070857023585381},{&quot;x&quot;:-8.427336176694475,&quot;y&quot;:-13.27335593508577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&quot;,&quot;1&quot;:&quot;#23232300&quot;,&quot;0.55&quot;:&quot;#232323&quot;}},&quot;lineWidth&quot;:2,&quot;lineJoin&quot;:&quot;round&quot;}],&quot;pathSmoothing&quot;:{&quot;type&quot;:&quot;CATMULL_SMOOTHING&quot;,&quot;smoothing&quot;:0.2},&quot;pathMarkers&quot;:{&quot;markerStart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99&quot;},&quot;connectorInfo&quot;:{&quot;connectedObjects&quot;:[],&quot;type&quot;:&quot;QUADRATIC&quot;,&quot;offset&quot;:{&quot;x&quot;:0,&quot;y&quot;:0},&quot;bending&quot;:-0.1,&quot;firstElementIsHead&quot;:true,&quot;customized&quot;:true}},&quot;1e2d36ee-3dec-452b-8c61-da6bcb763a25&quot;:{&quot;type&quot;:&quot;FIGURE_OBJECT&quot;,&quot;id&quot;:&quot;1e2d36ee-3dec-452b-8c61-da6bcb763a25&quot;,&quot;parent&quot;:{&quot;type&quot;:&quot;CHILD&quot;,&quot;parentId&quot;:&quot;1732c59e-243e-4815-899b-fce9a5c7fca8&quot;,&quot;order&quot;:&quot;9965&quot;},&quot;relativeTransform&quot;:{&quot;translate&quot;:{&quot;x&quot;:13.584974478812795,&quot;y&quot;:20.69270673525525},&quot;rotate&quot;:0}},&quot;4a6940d4-e3a4-47f0-9fad-cb6583cb9666&quot;:{&quot;type&quot;:&quot;FIGURE_OBJECT&quot;,&quot;id&quot;:&quot;4a6940d4-e3a4-47f0-9fad-cb6583cb9666&quot;,&quot;relativeTransform&quot;:{&quot;translate&quot;:{&quot;x&quot;:474.22252860402597,&quot;y&quot;:-49.69402482948224},&quot;rotate&quot;:0},&quot;opacity&quot;:1,&quot;path&quot;:{&quot;type&quot;:&quot;POLY_LINE&quot;,&quot;points&quot;:[{&quot;x&quot;:-3.231400579090459,&quot;y&quot;:7.41730992126844},{&quot;x&quot;:3.231400579090459,&quot;y&quot;:-7.41730992126844}],&quot;closed&quot;:false},&quot;pathStyles&quot;:[{&quot;type&quot;:&quot;FILL&quot;,&quot;fillStyle&quot;:&quot;rgba(0,0,0,0)&quot;},{&quot;type&quot;:&quot;STROKE&quot;,&quot;strokeStyle&quot;:&quot;rgba(235, 125, 0, 1)&quot;,&quot;lineWidth&quot;:2.255210120858966,&quot;lineJoin&quot;:&quot;round&quot;}],&quot;isLocked&quot;:false,&quot;parent&quot;:{&quot;type&quot;:&quot;CHILD&quot;,&quot;parentId&quot;:&quot;1e2d36ee-3dec-452b-8c61-da6bcb763a25&quot;,&quot;order&quot;:&quot;2&quot;}},&quot;9eafd712-0b14-4213-ba60-347636af6e38&quot;:{&quot;relativeTransform&quot;:{&quot;translate&quot;:{&quot;x&quot;:452.51664879683165,&quot;y&quot;:-37.1173615758063},&quot;rotate&quot;:3.141592653589793},&quot;type&quot;:&quot;FIGURE_OBJECT&quot;,&quot;id&quot;:&quot;9eafd712-0b14-4213-ba60-347636af6e38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64a51a44-3762-481a-926b-f96886d22ffb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e2d36ee-3dec-452b-8c61-da6bcb763a25&quot;,&quot;order&quot;:&quot;5&quot;},&quot;isPremium&quot;:true},&quot;67f7b2cf-444c-4576-be0f-205ac7c2e2a1&quot;:{&quot;type&quot;:&quot;FIGURE_OBJECT&quot;,&quot;id&quot;:&quot;67f7b2cf-444c-4576-be0f-205ac7c2e2a1&quot;,&quot;parent&quot;:{&quot;type&quot;:&quot;CHILD&quot;,&quot;parentId&quot;:&quot;1732c59e-243e-4815-899b-fce9a5c7fca8&quot;,&quot;order&quot;:&quot;9703&quot;},&quot;relativeTransform&quot;:{&quot;translate&quot;:{&quot;x&quot;:-490.51074320762154,&quot;y&quot;:303.9758956120387},&quot;rotate&quot;:0}},&quot;13d66ec9-9917-40c0-90c2-e79e64ca333e&quot;:{&quot;type&quot;:&quot;FIGURE_OBJECT&quot;,&quot;id&quot;:&quot;13d66ec9-9917-40c0-90c2-e79e64ca333e&quot;,&quot;relativeTransform&quot;:{&quot;translate&quot;:{&quot;x&quot;:185.30602784773396,&quot;y&quot;:-69.81178214746649},&quot;rotate&quot;:0},&quot;opacity&quot;:1,&quot;path&quot;:{&quot;type&quot;:&quot;POLY_LINE&quot;,&quot;points&quot;:[{&quot;x&quot;:3.623657365257809,&quot;y&quot;:10.488462635021705},{&quot;x&quot;:-3.623657365257809,&quot;y&quot;:-10.488462635021705}],&quot;closed&quot;:false},&quot;pathStyles&quot;:[{&quot;type&quot;:&quot;FILL&quot;,&quot;fillStyle&quot;:&quot;rgba(0,0,0,0)&quot;},{&quot;type&quot;:&quot;STROKE&quot;,&quot;strokeStyle&quot;:&quot;rgba(235, 125, 0, 1)&quot;,&quot;lineWidth&quot;:3.0931540775079305,&quot;lineJoin&quot;:&quot;round&quot;}],&quot;isLocked&quot;:false,&quot;parent&quot;:{&quot;type&quot;:&quot;CHILD&quot;,&quot;parentId&quot;:&quot;67f7b2cf-444c-4576-be0f-205ac7c2e2a1&quot;,&quot;order&quot;:&quot;2&quot;}},&quot;efe0d920-8e91-4468-b4d8-7c340849425b&quot;:{&quot;type&quot;:&quot;FIGURE_OBJECT&quot;,&quot;id&quot;:&quot;efe0d920-8e91-4468-b4d8-7c340849425b&quot;,&quot;relativeTransform&quot;:{&quot;translate&quot;:{&quot;x&quot;:244.05745481865313,&quot;y&quot;:-69.49659880686947},&quot;rotate&quot;:0},&quot;opacity&quot;:1,&quot;path&quot;:{&quot;type&quot;:&quot;POLY_LINE&quot;,&quot;points&quot;:[{&quot;x&quot;:-4.432057033101713,&quot;y&quot;:10.173279294424685},{&quot;x&quot;:4.432057033101713,&quot;y&quot;:-10.173279294424685}],&quot;closed&quot;:false},&quot;pathStyles&quot;:[{&quot;type&quot;:&quot;FILL&quot;,&quot;fillStyle&quot;:&quot;rgba(0,0,0,0)&quot;},{&quot;type&quot;:&quot;STROKE&quot;,&quot;strokeStyle&quot;:&quot;rgba(235, 125, 0, 1)&quot;,&quot;lineWidth&quot;:3.0931540775079314,&quot;lineJoin&quot;:&quot;round&quot;}],&quot;isLocked&quot;:false,&quot;parent&quot;:{&quot;type&quot;:&quot;CHILD&quot;,&quot;parentId&quot;:&quot;67f7b2cf-444c-4576-be0f-205ac7c2e2a1&quot;,&quot;order&quot;:&quot;5&quot;}},&quot;35a42405-275b-40b9-854b-4aaa4216591c&quot;:{&quot;relativeTransform&quot;:{&quot;translate&quot;:{&quot;x&quot;:214.2865567499854,&quot;y&quot;:-52.246961238847625},&quot;rotate&quot;:3.141592653589793},&quot;type&quot;:&quot;FIGURE_OBJECT&quot;,&quot;id&quot;:&quot;35a42405-275b-40b9-854b-4aaa4216591c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9.592818961596116,&quot;y&quot;:0},{&quot;x&quot;:29.592818961596098,&quot;y&quot;:0}],&quot;closed&quot;:false},&quot;pathStyles&quot;:[{&quot;type&quot;:&quot;FILL&quot;,&quot;fillStyle&quot;:&quot;rgba(0,0,0,0)&quot;},{&quot;type&quot;:&quot;STROKE&quot;,&quot;strokeStyle&quot;:&quot;rgba(0,0,0,0)&quot;,&quot;lineWidth&quot;:17.144489380937422,&quot;lineJoin&quot;:&quot;round&quot;}],&quot;pathSmoothing&quot;:{&quot;type&quot;:&quot;CATMULL_SMOOTHING&quot;,&quot;smoothing&quot;:0.2},&quot;pathPattern&quot;:{&quot;type&quot;:&quot;ROW&quot;,&quot;patternId&quot;:&quot;556ade62-e7bf-4bfc-b03d-0f70be9a7750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67f7b2cf-444c-4576-be0f-205ac7c2e2a1&quot;,&quot;order&quot;:&quot;7&quot;},&quot;isPremium&quot;:true},&quot;60d7a620-d773-44ba-9b25-beaf0a1131da&quot;:{&quot;type&quot;:&quot;FIGURE_OBJECT&quot;,&quot;id&quot;:&quot;60d7a620-d773-44ba-9b25-beaf0a1131da&quot;,&quot;parent&quot;:{&quot;type&quot;:&quot;CHILD&quot;,&quot;parentId&quot;:&quot;1732c59e-243e-4815-899b-fce9a5c7fca8&quot;,&quot;order&quot;:&quot;9702&quot;},&quot;relativeTransform&quot;:{&quot;translate&quot;:{&quot;x&quot;:-220.45330569172629,&quot;y&quot;:303.9758956120387},&quot;rotate&quot;:0}},&quot;07cbe0f1-043f-4e91-846d-19e25fe9a0c0&quot;:{&quot;type&quot;:&quot;FIGURE_OBJECT&quot;,&quot;id&quot;:&quot;07cbe0f1-043f-4e91-846d-19e25fe9a0c0&quot;,&quot;relativeTransform&quot;:{&quot;translate&quot;:{&quot;x&quot;:185.30602784773396,&quot;y&quot;:-69.81178214746649},&quot;rotate&quot;:0},&quot;opacity&quot;:1,&quot;path&quot;:{&quot;type&quot;:&quot;POLY_LINE&quot;,&quot;points&quot;:[{&quot;x&quot;:3.623657365257809,&quot;y&quot;:10.488462635021705},{&quot;x&quot;:-3.623657365257809,&quot;y&quot;:-10.488462635021705}],&quot;closed&quot;:false},&quot;pathStyles&quot;:[{&quot;type&quot;:&quot;FILL&quot;,&quot;fillStyle&quot;:&quot;rgba(0,0,0,0)&quot;},{&quot;type&quot;:&quot;STROKE&quot;,&quot;strokeStyle&quot;:&quot;rgba(235, 125, 0, 1)&quot;,&quot;lineWidth&quot;:3.0931540775079305,&quot;lineJoin&quot;:&quot;round&quot;}],&quot;isLocked&quot;:false,&quot;parent&quot;:{&quot;type&quot;:&quot;CHILD&quot;,&quot;parentId&quot;:&quot;60d7a620-d773-44ba-9b25-beaf0a1131da&quot;,&quot;order&quot;:&quot;2&quot;}},&quot;3a7d55d1-79c9-4156-ba28-f32e8d19fb3e&quot;:{&quot;type&quot;:&quot;FIGURE_OBJECT&quot;,&quot;id&quot;:&quot;3a7d55d1-79c9-4156-ba28-f32e8d19fb3e&quot;,&quot;relativeTransform&quot;:{&quot;translate&quot;:{&quot;x&quot;:244.05745481865313,&quot;y&quot;:-69.49659880686947},&quot;rotate&quot;:0},&quot;opacity&quot;:1,&quot;path&quot;:{&quot;type&quot;:&quot;POLY_LINE&quot;,&quot;points&quot;:[{&quot;x&quot;:-4.432057033101713,&quot;y&quot;:10.173279294424685},{&quot;x&quot;:4.432057033101713,&quot;y&quot;:-10.173279294424685}],&quot;closed&quot;:false},&quot;pathStyles&quot;:[{&quot;type&quot;:&quot;FILL&quot;,&quot;fillStyle&quot;:&quot;rgba(0,0,0,0)&quot;},{&quot;type&quot;:&quot;STROKE&quot;,&quot;strokeStyle&quot;:&quot;rgba(235, 125, 0, 1)&quot;,&quot;lineWidth&quot;:3.0931540775079314,&quot;lineJoin&quot;:&quot;round&quot;}],&quot;isLocked&quot;:false,&quot;parent&quot;:{&quot;type&quot;:&quot;CHILD&quot;,&quot;parentId&quot;:&quot;60d7a620-d773-44ba-9b25-beaf0a1131da&quot;,&quot;order&quot;:&quot;5&quot;}},&quot;eea868b0-6b12-4381-87cf-6aaecf67fd81&quot;:{&quot;relativeTransform&quot;:{&quot;translate&quot;:{&quot;x&quot;:214.2865567499854,&quot;y&quot;:-52.246961238847625},&quot;rotate&quot;:3.141592653589793},&quot;type&quot;:&quot;FIGURE_OBJECT&quot;,&quot;id&quot;:&quot;eea868b0-6b12-4381-87cf-6aaecf67fd81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9.592818961596116,&quot;y&quot;:0},{&quot;x&quot;:29.592818961596098,&quot;y&quot;:0}],&quot;closed&quot;:false},&quot;pathStyles&quot;:[{&quot;type&quot;:&quot;FILL&quot;,&quot;fillStyle&quot;:&quot;rgba(0,0,0,0)&quot;},{&quot;type&quot;:&quot;STROKE&quot;,&quot;strokeStyle&quot;:&quot;rgba(0,0,0,0)&quot;,&quot;lineWidth&quot;:17.144489380937422,&quot;lineJoin&quot;:&quot;round&quot;}],&quot;pathSmoothing&quot;:{&quot;type&quot;:&quot;CATMULL_SMOOTHING&quot;,&quot;smoothing&quot;:0.2},&quot;pathPattern&quot;:{&quot;type&quot;:&quot;ROW&quot;,&quot;patternId&quot;:&quot;063e7a75-5a71-461f-abbb-70bae0642e9f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60d7a620-d773-44ba-9b25-beaf0a1131da&quot;,&quot;order&quot;:&quot;7&quot;},&quot;isPremium&quot;:true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  <p:tag name="ORIGINALTEMPLATEID" val="5ebbfba4ad592700b02bd8f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291be14f-0862-4597-929d-4dbec1c85a1c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291be14f-0862-4597-929d-4dbec1c85a1c&quot;:{&quot;type&quot;:&quot;FIGURE_OBJECT&quot;,&quot;id&quot;:&quot;291be14f-0862-4597-929d-4dbec1c85a1c&quot;,&quot;name&quot;:&quot;ssDNA (unwound, for brush)&quot;,&quot;relativeTransform&quot;:{&quot;translate&quot;:{&quot;x&quot;:-209.7621937377714,&quot;y&quot;:-47.24047602168448},&quot;rotate&quot;:0},&quot;opacity&quot;:1,&quot;source&quot;:{&quot;id&quot;:&quot;5e75578c52bb9000abea632a&quot;,&quot;type&quot;:&quot;ASSETS&quot;},&quot;path&quot;:{&quot;type&quot;:&quot;POLY_LINE&quot;,&quot;points&quot;:[{&quot;x&quot;:-99.04280662302473,&quot;y&quot;:-28.80250554408805},{&quot;x&quot;:-25.17716856615454,&quot;y&quot;:-28.80250554408805},{&quot;x&quot;:32.68114973447685,&quot;y&quot;:-23.605061931008635},{&quot;x&quot;:72.5180246299936,&quot;y&quot;:-2.7381274619285114},{&quot;x&quot;:99.04280662302473,&quot;y&quot;:28.80250554408805}],&quot;closed&quot;:false,&quot;cornerRounding&quot;:{&quot;type&quot;:&quot;ARC_LENGTH&quot;,&quot;global&quot;:42.58529727284525}},&quot;pathStyles&quot;:[{&quot;type&quot;:&quot;FILL&quot;,&quot;fillStyle&quot;:&quot;rgba(0,0,0,0)&quot;},{&quot;type&quot;:&quot;STROKE&quot;,&quot;strokeStyle&quot;:&quot;rgba(0,0,0,0)&quot;,&quot;lineWidth&quot;:13.41,&quot;lineJoin&quot;:&quot;round&quot;}],&quot;pathPattern&quot;:{&quot;type&quot;:&quot;ROW&quot;,&quot;patternId&quot;:&quot;25258b25-2163-4b45-8f02-6756c5be49c0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701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60d7a620-d773-44ba-9b25-beaf0a1131da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60d7a620-d773-44ba-9b25-beaf0a1131da&quot;:{&quot;type&quot;:&quot;FIGURE_OBJECT&quot;,&quot;id&quot;:&quot;60d7a620-d773-44ba-9b25-beaf0a1131da&quot;,&quot;parent&quot;:{&quot;type&quot;:&quot;CHILD&quot;,&quot;parentId&quot;:&quot;1732c59e-243e-4815-899b-fce9a5c7fca8&quot;,&quot;order&quot;:&quot;9702&quot;},&quot;relativeTransform&quot;:{&quot;translate&quot;:{&quot;x&quot;:-220.45330569172629,&quot;y&quot;:303.9758956120387},&quot;rotate&quot;:0}},&quot;07cbe0f1-043f-4e91-846d-19e25fe9a0c0&quot;:{&quot;type&quot;:&quot;FIGURE_OBJECT&quot;,&quot;id&quot;:&quot;07cbe0f1-043f-4e91-846d-19e25fe9a0c0&quot;,&quot;relativeTransform&quot;:{&quot;translate&quot;:{&quot;x&quot;:185.30602784773396,&quot;y&quot;:-69.81178214746649},&quot;rotate&quot;:0},&quot;opacity&quot;:1,&quot;path&quot;:{&quot;type&quot;:&quot;POLY_LINE&quot;,&quot;points&quot;:[{&quot;x&quot;:3.623657365257809,&quot;y&quot;:10.488462635021705},{&quot;x&quot;:-3.623657365257809,&quot;y&quot;:-10.488462635021705}],&quot;closed&quot;:false},&quot;pathStyles&quot;:[{&quot;type&quot;:&quot;FILL&quot;,&quot;fillStyle&quot;:&quot;rgba(0,0,0,0)&quot;},{&quot;type&quot;:&quot;STROKE&quot;,&quot;strokeStyle&quot;:&quot;rgba(235, 125, 0, 1)&quot;,&quot;lineWidth&quot;:3.0931540775079305,&quot;lineJoin&quot;:&quot;round&quot;}],&quot;isLocked&quot;:false,&quot;parent&quot;:{&quot;type&quot;:&quot;CHILD&quot;,&quot;parentId&quot;:&quot;60d7a620-d773-44ba-9b25-beaf0a1131da&quot;,&quot;order&quot;:&quot;2&quot;}},&quot;3a7d55d1-79c9-4156-ba28-f32e8d19fb3e&quot;:{&quot;type&quot;:&quot;FIGURE_OBJECT&quot;,&quot;id&quot;:&quot;3a7d55d1-79c9-4156-ba28-f32e8d19fb3e&quot;,&quot;relativeTransform&quot;:{&quot;translate&quot;:{&quot;x&quot;:244.05745481865313,&quot;y&quot;:-69.49659880686947},&quot;rotate&quot;:0},&quot;opacity&quot;:1,&quot;path&quot;:{&quot;type&quot;:&quot;POLY_LINE&quot;,&quot;points&quot;:[{&quot;x&quot;:-4.432057033101713,&quot;y&quot;:10.173279294424685},{&quot;x&quot;:4.432057033101713,&quot;y&quot;:-10.173279294424685}],&quot;closed&quot;:false},&quot;pathStyles&quot;:[{&quot;type&quot;:&quot;FILL&quot;,&quot;fillStyle&quot;:&quot;rgba(0,0,0,0)&quot;},{&quot;type&quot;:&quot;STROKE&quot;,&quot;strokeStyle&quot;:&quot;rgba(235, 125, 0, 1)&quot;,&quot;lineWidth&quot;:3.0931540775079314,&quot;lineJoin&quot;:&quot;round&quot;}],&quot;isLocked&quot;:false,&quot;parent&quot;:{&quot;type&quot;:&quot;CHILD&quot;,&quot;parentId&quot;:&quot;60d7a620-d773-44ba-9b25-beaf0a1131da&quot;,&quot;order&quot;:&quot;5&quot;}},&quot;eea868b0-6b12-4381-87cf-6aaecf67fd81&quot;:{&quot;relativeTransform&quot;:{&quot;translate&quot;:{&quot;x&quot;:214.2865567499854,&quot;y&quot;:-52.246961238847625},&quot;rotate&quot;:3.141592653589793},&quot;type&quot;:&quot;FIGURE_OBJECT&quot;,&quot;id&quot;:&quot;eea868b0-6b12-4381-87cf-6aaecf67fd81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9.592818961596116,&quot;y&quot;:0},{&quot;x&quot;:29.592818961596098,&quot;y&quot;:0}],&quot;closed&quot;:false},&quot;pathStyles&quot;:[{&quot;type&quot;:&quot;FILL&quot;,&quot;fillStyle&quot;:&quot;rgba(0,0,0,0)&quot;},{&quot;type&quot;:&quot;STROKE&quot;,&quot;strokeStyle&quot;:&quot;rgba(0,0,0,0)&quot;,&quot;lineWidth&quot;:17.144489380937422,&quot;lineJoin&quot;:&quot;round&quot;}],&quot;pathSmoothing&quot;:{&quot;type&quot;:&quot;CATMULL_SMOOTHING&quot;,&quot;smoothing&quot;:0.2},&quot;pathPattern&quot;:{&quot;type&quot;:&quot;ROW&quot;,&quot;patternId&quot;:&quot;063e7a75-5a71-461f-abbb-70bae0642e9f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60d7a620-d773-44ba-9b25-beaf0a1131da&quot;,&quot;order&quot;:&quot;7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67f7b2cf-444c-4576-be0f-205ac7c2e2a1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67f7b2cf-444c-4576-be0f-205ac7c2e2a1&quot;:{&quot;type&quot;:&quot;FIGURE_OBJECT&quot;,&quot;id&quot;:&quot;67f7b2cf-444c-4576-be0f-205ac7c2e2a1&quot;,&quot;parent&quot;:{&quot;type&quot;:&quot;CHILD&quot;,&quot;parentId&quot;:&quot;1732c59e-243e-4815-899b-fce9a5c7fca8&quot;,&quot;order&quot;:&quot;9703&quot;},&quot;relativeTransform&quot;:{&quot;translate&quot;:{&quot;x&quot;:-490.51074320762154,&quot;y&quot;:303.9758956120387},&quot;rotate&quot;:0}},&quot;13d66ec9-9917-40c0-90c2-e79e64ca333e&quot;:{&quot;type&quot;:&quot;FIGURE_OBJECT&quot;,&quot;id&quot;:&quot;13d66ec9-9917-40c0-90c2-e79e64ca333e&quot;,&quot;relativeTransform&quot;:{&quot;translate&quot;:{&quot;x&quot;:185.30602784773396,&quot;y&quot;:-69.81178214746649},&quot;rotate&quot;:0},&quot;opacity&quot;:1,&quot;path&quot;:{&quot;type&quot;:&quot;POLY_LINE&quot;,&quot;points&quot;:[{&quot;x&quot;:3.623657365257809,&quot;y&quot;:10.488462635021705},{&quot;x&quot;:-3.623657365257809,&quot;y&quot;:-10.488462635021705}],&quot;closed&quot;:false},&quot;pathStyles&quot;:[{&quot;type&quot;:&quot;FILL&quot;,&quot;fillStyle&quot;:&quot;rgba(0,0,0,0)&quot;},{&quot;type&quot;:&quot;STROKE&quot;,&quot;strokeStyle&quot;:&quot;rgba(235, 125, 0, 1)&quot;,&quot;lineWidth&quot;:3.0931540775079305,&quot;lineJoin&quot;:&quot;round&quot;}],&quot;isLocked&quot;:false,&quot;parent&quot;:{&quot;type&quot;:&quot;CHILD&quot;,&quot;parentId&quot;:&quot;67f7b2cf-444c-4576-be0f-205ac7c2e2a1&quot;,&quot;order&quot;:&quot;2&quot;}},&quot;efe0d920-8e91-4468-b4d8-7c340849425b&quot;:{&quot;type&quot;:&quot;FIGURE_OBJECT&quot;,&quot;id&quot;:&quot;efe0d920-8e91-4468-b4d8-7c340849425b&quot;,&quot;relativeTransform&quot;:{&quot;translate&quot;:{&quot;x&quot;:244.05745481865313,&quot;y&quot;:-69.49659880686947},&quot;rotate&quot;:0},&quot;opacity&quot;:1,&quot;path&quot;:{&quot;type&quot;:&quot;POLY_LINE&quot;,&quot;points&quot;:[{&quot;x&quot;:-4.432057033101713,&quot;y&quot;:10.173279294424685},{&quot;x&quot;:4.432057033101713,&quot;y&quot;:-10.173279294424685}],&quot;closed&quot;:false},&quot;pathStyles&quot;:[{&quot;type&quot;:&quot;FILL&quot;,&quot;fillStyle&quot;:&quot;rgba(0,0,0,0)&quot;},{&quot;type&quot;:&quot;STROKE&quot;,&quot;strokeStyle&quot;:&quot;rgba(235, 125, 0, 1)&quot;,&quot;lineWidth&quot;:3.0931540775079314,&quot;lineJoin&quot;:&quot;round&quot;}],&quot;isLocked&quot;:false,&quot;parent&quot;:{&quot;type&quot;:&quot;CHILD&quot;,&quot;parentId&quot;:&quot;67f7b2cf-444c-4576-be0f-205ac7c2e2a1&quot;,&quot;order&quot;:&quot;5&quot;}},&quot;35a42405-275b-40b9-854b-4aaa4216591c&quot;:{&quot;relativeTransform&quot;:{&quot;translate&quot;:{&quot;x&quot;:214.2865567499854,&quot;y&quot;:-52.246961238847625},&quot;rotate&quot;:3.141592653589793},&quot;type&quot;:&quot;FIGURE_OBJECT&quot;,&quot;id&quot;:&quot;35a42405-275b-40b9-854b-4aaa4216591c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9.592818961596116,&quot;y&quot;:0},{&quot;x&quot;:29.592818961596098,&quot;y&quot;:0}],&quot;closed&quot;:false},&quot;pathStyles&quot;:[{&quot;type&quot;:&quot;FILL&quot;,&quot;fillStyle&quot;:&quot;rgba(0,0,0,0)&quot;},{&quot;type&quot;:&quot;STROKE&quot;,&quot;strokeStyle&quot;:&quot;rgba(0,0,0,0)&quot;,&quot;lineWidth&quot;:17.144489380937422,&quot;lineJoin&quot;:&quot;round&quot;}],&quot;pathSmoothing&quot;:{&quot;type&quot;:&quot;CATMULL_SMOOTHING&quot;,&quot;smoothing&quot;:0.2},&quot;pathPattern&quot;:{&quot;type&quot;:&quot;ROW&quot;,&quot;patternId&quot;:&quot;556ade62-e7bf-4bfc-b03d-0f70be9a7750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67f7b2cf-444c-4576-be0f-205ac7c2e2a1&quot;,&quot;order&quot;:&quot;7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0c902e9-e5f9-4336-aeaf-7e440cb6262e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0c902e9-e5f9-4336-aeaf-7e440cb6262e&quot;:{&quot;type&quot;:&quot;FIGURE_OBJECT&quot;,&quot;id&quot;:&quot;a0c902e9-e5f9-4336-aeaf-7e440cb6262e&quot;,&quot;name&quot;:&quot;ssDNA (unwound, for brush)&quot;,&quot;relativeTransform&quot;:{&quot;translate&quot;:{&quot;x&quot;:-209.456893606252,&quot;y&quot;:-117.5906724545537},&quot;rotate&quot;:0},&quot;opacity&quot;:1,&quot;source&quot;:{&quot;id&quot;:&quot;5e75578c52bb9000abea632a&quot;,&quot;type&quot;:&quot;ASSETS&quot;},&quot;path&quot;:{&quot;type&quot;:&quot;POLY_LINE&quot;,&quot;points&quot;:[{&quot;x&quot;:99.04280662302473,&quot;y&quot;:-28.80250554408805},{&quot;x&quot;:72.5180246299936,&quot;y&quot;:2.7381274619285114},{&quot;x&quot;:32.68114973447685,&quot;y&quot;:23.605061931008635},{&quot;x&quot;:-25.17716856615454,&quot;y&quot;:28.80250554408805},{&quot;x&quot;:-99.04280662302473,&quot;y&quot;:28.80250554408805}],&quot;closed&quot;:false,&quot;cornerRounding&quot;:{&quot;type&quot;:&quot;ARC_LENGTH&quot;,&quot;global&quot;:42.58529727284525}},&quot;pathStyles&quot;:[{&quot;type&quot;:&quot;FILL&quot;,&quot;fillStyle&quot;:&quot;rgba(0,0,0,0)&quot;},{&quot;type&quot;:&quot;STROKE&quot;,&quot;strokeStyle&quot;:&quot;rgba(0,0,0,0)&quot;,&quot;lineWidth&quot;:13.41,&quot;lineJoin&quot;:&quot;round&quot;}],&quot;pathPattern&quot;:{&quot;type&quot;:&quot;ROW&quot;,&quot;patternId&quot;:&quot;3e8f4761-e74b-4c43-a9a4-87dbd21731b3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70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0223e170-2470-48d6-a3ec-591586497ddb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0223e170-2470-48d6-a3ec-591586497ddb&quot;:{&quot;type&quot;:&quot;FIGURE_OBJECT&quot;,&quot;id&quot;:&quot;0223e170-2470-48d6-a3ec-591586497ddb&quot;,&quot;relativeTransform&quot;:{&quot;translate&quot;:{&quot;x&quot;:-7.891566477078214,&quot;y&quot;:196.90064170226083},&quot;rotate&quot;:0},&quot;opacity&quot;:1,&quot;path&quot;:{&quot;type&quot;:&quot;RECT&quot;,&quot;size&quot;:{&quot;x&quot;:841.5763963061639,&quot;y&quot;:288.86133935639634},&quot;cornerRounding&quot;:{&quot;type&quot;:&quot;ARC_LENGTH&quot;,&quot;global&quot;:4.917805668517295}},&quot;pathStyles&quot;:[{&quot;type&quot;:&quot;FILL&quot;,&quot;fillStyle&quot;:&quot;rgba(0,0,0,0)&quot;},{&quot;type&quot;:&quot;STROKE&quot;,&quot;strokeStyle&quot;:&quot;rgba(69, 71, 97, 1)&quot;,&quot;lineWidth&quot;:1.0682885687677561,&quot;lineJoin&quot;:&quot;round&quot;}],&quot;isLocked&quot;:false,&quot;parent&quot;:{&quot;type&quot;:&quot;CHILD&quot;,&quot;parentId&quot;:&quot;1732c59e-243e-4815-899b-fce9a5c7fca8&quot;,&quot;order&quot;:&quot;9707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f80bf34-95e1-42e9-b77b-c8e32ae98b90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f80bf34-95e1-42e9-b77b-c8e32ae98b90&quot;:{&quot;type&quot;:&quot;FIGURE_OBJECT&quot;,&quot;id&quot;:&quot;af80bf34-95e1-42e9-b77b-c8e32ae98b90&quot;,&quot;name&quot;:&quot;Sphere&quot;,&quot;relativeTransform&quot;:{&quot;translate&quot;:{&quot;x&quot;:31.28851780043891,&quot;y&quot;:215.36553826403812},&quot;rotate&quot;:0,&quot;skewX&quot;:0,&quot;scale&quot;:{&quot;x&quot;:0.1645143693826202,&quot;y&quot;:0.1645143693826202}},&quot;opacity&quot;:1,&quot;image&quot;:{&quot;url&quot;:&quot;https://icons.biorender.com/biorender/5bdc6fec8241011200c7f4fe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17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fd1152e9-6c74-448b-8c63-22d77aaebc2c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fd1152e9-6c74-448b-8c63-22d77aaebc2c&quot;:{&quot;type&quot;:&quot;FIGURE_OBJECT&quot;,&quot;id&quot;:&quot;fd1152e9-6c74-448b-8c63-22d77aaebc2c&quot;,&quot;name&quot;:&quot;Sphere&quot;,&quot;relativeTransform&quot;:{&quot;translate&quot;:{&quot;x&quot;:-43.09384229739991,&quot;y&quot;:215.36553826403812},&quot;rotate&quot;:0,&quot;skewX&quot;:0,&quot;scale&quot;:{&quot;x&quot;:0.1645143693826202,&quot;y&quot;:0.1645143693826202}},&quot;opacity&quot;:0.64,&quot;image&quot;:{&quot;url&quot;:&quot;https://icons.biorender.com/biorender/5bdc6fec8241011200c7f505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f62f3b21-5eb1-4ffb-bdad-d9a15404e0d7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f62f3b21-5eb1-4ffb-bdad-d9a15404e0d7&quot;:{&quot;type&quot;:&quot;FIGURE_OBJECT&quot;,&quot;id&quot;:&quot;f62f3b21-5eb1-4ffb-bdad-d9a15404e0d7&quot;,&quot;name&quot;:&quot;Scissors (overlay) [2018-11-06]&quot;,&quot;relativeTransform&quot;:{&quot;translate&quot;:{&quot;x&quot;:-39.02235959064405,&quot;y&quot;:241.58761970858512},&quot;rotate&quot;:-0.9648714875072655,&quot;skewX&quot;:-1.4960022155716312e-16,&quot;scale&quot;:{&quot;x&quot;:0.15228741239533547,&quot;y&quot;:0.15228741239533544}},&quot;opacity&quot;:1,&quot;image&quot;:{&quot;url&quot;:&quot;https://icons.biorender.com/biorender/59e926b7260d090012e9d310/20171019222743/image/scissors-overlay-2018-11-06.png&quot;,&quot;size&quot;:{&quot;x&quot;:179,&quot;y&quot;:106},&quot;isPremium&quot;:false},&quot;source&quot;:{&quot;id&quot;:&quot;59e926b7260d090012e9d310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1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68b6e2ec-f64d-49ec-8bc4-306327b8fafe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68b6e2ec-f64d-49ec-8bc4-306327b8fafe&quot;:{&quot;type&quot;:&quot;FIGURE_OBJECT&quot;,&quot;id&quot;:&quot;68b6e2ec-f64d-49ec-8bc4-306327b8fafe&quot;,&quot;relativeTransform&quot;:{&quot;translate&quot;:{&quot;x&quot;:-68.01418123393555,&quot;y&quot;:199.03891088691213},&quot;rotate&quot;:0},&quot;opacity&quot;:1,&quot;path&quot;:{&quot;type&quot;:&quot;POLY_LINE&quot;,&quot;points&quot;:[{&quot;x&quot;:11.823784872686632,&quot;y&quot;:16.59478578622685},{&quot;x&quot;:-7.552274706247763,&quot;y&quot;:5.761746540170165},{&quot;x&quot;:-8.08995807078559,&quot;y&quot;:-16.5947857862268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25&quot;},&quot;connectorInfo&quot;:{&quot;connectedObjects&quot;:[],&quot;type&quot;:&quot;QUADRATIC&quot;,&quot;offset&quot;:{&quot;x&quot;:0,&quot;y&quot;:0},&quot;bending&quot;:-0.1,&quot;firstElementIsHead&quot;:true,&quot;customized&quot;:true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cad5c21c-d051-4e92-9d33-077c22d55d28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cad5c21c-d051-4e92-9d33-077c22d55d28&quot;:{&quot;type&quot;:&quot;FIGURE_OBJECT&quot;,&quot;id&quot;:&quot;cad5c21c-d051-4e92-9d33-077c22d55d28&quot;,&quot;name&quot;:&quot;Sphere&quot;,&quot;relativeTransform&quot;:{&quot;translate&quot;:{&quot;x&quot;:-239.46278127362842,&quot;y&quot;:215.77137237666574},&quot;rotate&quot;:-2.4434609527920606e-16,&quot;skewX&quot;:0,&quot;scale&quot;:{&quot;x&quot;:0.15910324788091892,&quot;y&quot;:0.15910324788091892}},&quot;opacity&quot;:1,&quot;image&quot;:{&quot;url&quot;:&quot;https://icons.biorender.com/biorender/5bdc6fec8241011200c7f4fe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6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0833a4ed-16d2-4d9e-b594-0acdadb3403b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0833a4ed-16d2-4d9e-b594-0acdadb3403b&quot;:{&quot;type&quot;:&quot;FIGURE_OBJECT&quot;,&quot;id&quot;:&quot;0833a4ed-16d2-4d9e-b594-0acdadb3403b&quot;,&quot;name&quot;:&quot;Sphere&quot;,&quot;relativeTransform&quot;:{&quot;translate&quot;:{&quot;x&quot;:-311.3985952759302,&quot;y&quot;:215.77137237666574},&quot;rotate&quot;:-2.4434609527920606e-16,&quot;skewX&quot;:0,&quot;scale&quot;:{&quot;x&quot;:0.15910324788091892,&quot;y&quot;:0.15910324788091892}},&quot;opacity&quot;:1,&quot;image&quot;:{&quot;url&quot;:&quot;https://icons.biorender.com/biorender/5bdc6fec8241011200c7f505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27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deba99ba-a999-4c64-8e06-94b1d975474a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deba99ba-a999-4c64-8e06-94b1d975474a&quot;:{&quot;type&quot;:&quot;FIGURE_OBJECT&quot;,&quot;id&quot;:&quot;deba99ba-a999-4c64-8e06-94b1d975474a&quot;,&quot;relativeTransform&quot;:{&quot;translate&quot;:{&quot;x&quot;:-273.882121564273,&quot;y&quot;:193.9501555864396},&quot;rotate&quot;:-2.443460952792061e-16},&quot;opacity&quot;:1,&quot;path&quot;:{&quot;type&quot;:&quot;POLY_LINE&quot;,&quot;points&quot;:[{&quot;x&quot;:30.643843468344805,&quot;y&quot;:6.1287686936690475},{&quot;x&quot;:3.301565257731567e-13,&quot;y&quot;:-6.1287686936690475},{&quot;x&quot;:-30.643843468344805,&quot;y&quot;:6.1287686936681975}],&quot;closed&quot;:false},&quot;pathStyles&quot;:[{&quot;type&quot;:&quot;FILL&quot;,&quot;fillStyle&quot;:&quot;rgba(0,0,0,0)&quot;},{&quot;type&quot;:&quot;STROKE&quot;,&quot;strokeStyle&quot;:&quot;rgba(192,56,48,1)&quot;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1732c59e-243e-4815-899b-fce9a5c7fca8&quot;,&quot;order&quot;:&quot;973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b3b75137-f144-4812-9e70-58ed3153df61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b3b75137-f144-4812-9e70-58ed3153df61&quot;:{&quot;type&quot;:&quot;FIGURE_OBJECT&quot;,&quot;id&quot;:&quot;b3b75137-f144-4812-9e70-58ed3153df61&quot;,&quot;relativeTransform&quot;:{&quot;translate&quot;:{&quot;x&quot;:-63.322415656363326,&quot;y&quot;:147.51637724936737},&quot;rotate&quot;:0},&quot;opacity&quot;:1,&quot;source&quot;:{&quot;id&quot;:&quot;5eb32ccfbfb0b900ab85609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35&quot;}},&quot;eb142a1e-426f-46cc-9beb-19a35ea203f4&quot;:{&quot;type&quot;:&quot;FIGURE_OBJECT&quot;,&quot;id&quot;:&quot;eb142a1e-426f-46cc-9beb-19a35ea203f4&quot;,&quot;name&quot;:&quot;Radar&quot;,&quot;relativeTransform&quot;:{&quot;translate&quot;:{&quot;x&quot;:0,&quot;y&quot;:0},&quot;rotate&quot;:0,&quot;skewX&quot;:0,&quot;scale&quot;:{&quot;x&quot;:0.32567267105470193,&quot;y&quot;:0.32567267105470193}},&quot;opacity&quot;:1,&quot;image&quot;:{&quot;url&quot;:&quot;https://icons.biorender.com/biorender/5a7b6a46c232db0014da97cf/radar.pn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b3b75137-f144-4812-9e70-58ed3153df61&quot;,&quot;order&quot;:&quot;2&quot;}},&quot;bcb8a8b8-2def-49aa-a88f-3a265e7e0fde&quot;:{&quot;type&quot;:&quot;FIGURE_OBJECT&quot;,&quot;id&quot;:&quot;bcb8a8b8-2def-49aa-a88f-3a265e7e0fde&quot;,&quot;relativeTransform&quot;:{&quot;translate&quot;:{&quot;x&quot;:0.0003579976548135082,&quot;y&quot;:0.0003579976548135082},&quot;rotate&quot;:0},&quot;layout&quot;:{&quot;sizeRatio&quot;:{&quot;x&quot;:0.88,&quot;y&quot;:0.88},&quot;keepAspectRatio&quot;:true},&quot;opacity&quot;:1,&quot;path&quot;:{&quot;type&quot;:&quot;ELLIPSE&quot;,&quot;size&quot;:{&quot;x&quot;:24.536106780245973,&quot;y&quot;:24.536106780245973}},&quot;pathStyles&quot;:[{&quot;type&quot;:&quot;FILL&quot;,&quot;fillStyle&quot;:&quot;rgba(116,251,82,1)&quot;},{&quot;type&quot;:&quot;STROKE&quot;,&quot;strokeStyle&quot;:&quot;rgba(47,172,12,1)&quot;,&quot;lineWidth&quot;:1.659478578622685,&quot;lineJoin&quot;:&quot;round&quot;}],&quot;isLocked&quot;:false,&quot;parent&quot;:{&quot;type&quot;:&quot;CHILD&quot;,&quot;parentId&quot;:&quot;b3b75137-f144-4812-9e70-58ed3153df61&quot;,&quot;order&quot;:&quot;5&quot;}},&quot;3627cdfc-8d2f-4f51-befd-9094ec70f7dc&quot;:{&quot;type&quot;:&quot;FIGURE_OBJECT&quot;,&quot;id&quot;:&quot;3627cdfc-8d2f-4f51-befd-9094ec70f7d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,&quot;range&quot;:[0,0]}],&quot;text&quot;:&quot;F&quot;,&quot;base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}],&quot;verticalAlign&quot;:&quot;TOP&quot;},&quot;size&quot;:{&quot;x&quot;:21.591773966616458,&quot;y&quot;:15.76504649691551},&quot;targetSize&quot;:{&quot;x&quot;:21.591773966616458,&quot;y&quot;:2},&quot;format&quot;:&quot;BETTER_TEXT&quot;},&quot;parent&quot;:{&quot;type&quot;:&quot;CHILD&quot;,&quot;parentId&quot;:&quot;bcb8a8b8-2def-49aa-a88f-3a265e7e0fde&quot;,&quot;order&quot;:&quot;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17c2e567-6a75-4a5e-8fe7-805681ee121c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17c2e567-6a75-4a5e-8fe7-805681ee121c&quot;:{&quot;type&quot;:&quot;FIGURE_OBJECT&quot;,&quot;id&quot;:&quot;17c2e567-6a75-4a5e-8fe7-805681ee121c&quot;,&quot;relativeTransform&quot;:{&quot;translate&quot;:{&quot;x&quot;:-109.20369683554259,&quot;y&quot;:-157.50894883402975},&quot;rotate&quot;:-0.5510685639168869},&quot;opacity&quot;:1,&quot;path&quot;:{&quot;type&quot;:&quot;POLY_LINE&quot;,&quot;points&quot;:[{&quot;x&quot;:-12.609363121609748,&quot;y&quot;:9.988410866752577},{&quot;x&quot;:2.6997693589756966,&quot;y&quot;:3.4081870125335803},{&quot;x&quot;:12.609363121609748,&quot;y&quot;:-9.98841086675257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9999999999999991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42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55f438f7-eaa4-4328-b080-4d6ffb1d9dc9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55f438f7-eaa4-4328-b080-4d6ffb1d9dc9&quot;:{&quot;type&quot;:&quot;FIGURE_OBJECT&quot;,&quot;id&quot;:&quot;55f438f7-eaa4-4328-b080-4d6ffb1d9dc9&quot;,&quot;relativeTransform&quot;:{&quot;translate&quot;:{&quot;x&quot;:-107.15507053023295,&quot;y&quot;:-7.341333577265521},&quot;rotate&quot;:0},&quot;opacity&quot;:1,&quot;path&quot;:{&quot;type&quot;:&quot;POLY_LINE&quot;,&quot;points&quot;:[{&quot;x&quot;:-9.077979245315282,&quot;y&quot;:-13.279860044341758},{&quot;x&quot;:3.589415745655127,&quot;y&quot;:-2.453688633243428},{&quot;x&quot;:9.077979245315282,&quot;y&quot;:13.279860044341758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4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905d5a57-b198-4434-8360-038b3d40a158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905d5a57-b198-4434-8360-038b3d40a158&quot;:{&quot;type&quot;:&quot;FIGURE_OBJECT&quot;,&quot;id&quot;:&quot;905d5a57-b198-4434-8360-038b3d40a158&quot;,&quot;relativeTransform&quot;:{&quot;translate&quot;:{&quot;x&quot;:147.4896720603849,&quot;y&quot;:-58.08107935670866},&quot;rotate&quot;:0},&quot;opacity&quot;:1,&quot;path&quot;:{&quot;type&quot;:&quot;POLY_LINE&quot;,&quot;points&quot;:[{&quot;x&quot;:23.452702452637908,&quot;y&quot;:4.6905404905276},{&quot;x&quot;:1.8866087187037523e-13,&quot;y&quot;:-4.6905404905276},{&quot;x&quot;:-23.452702452637908,&quot;y&quot;:4.690540490527223}],&quot;closed&quot;:false},&quot;pathStyles&quot;:[{&quot;type&quot;:&quot;FILL&quot;,&quot;fillStyle&quot;:&quot;rgba(0,0,0,0)&quot;},{&quot;type&quot;:&quot;STROKE&quot;,&quot;strokeStyle&quot;:&quot;rgba(192,56,48,1)&quot;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1732c59e-243e-4815-899b-fce9a5c7fca8&quot;,&quot;order&quot;:&quot;97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ba602216-dcb5-4982-95ff-3362d1f97821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ba602216-dcb5-4982-95ff-3362d1f97821&quot;:{&quot;type&quot;:&quot;FIGURE_OBJECT&quot;,&quot;id&quot;:&quot;ba602216-dcb5-4982-95ff-3362d1f97821&quot;,&quot;relativeTransform&quot;:{&quot;translate&quot;:{&quot;x&quot;:222.56594834773256,&quot;y&quot;:-115.41529270514948},&quot;rotate&quot;:3.141592653589793},&quot;opacity&quot;:1,&quot;path&quot;:{&quot;type&quot;:&quot;POLY_LINE&quot;,&quot;points&quot;:[{&quot;x&quot;:8.427336176694475,&quot;y&quot;:13.273355935085775},{&quot;x&quot;:-5.631803256589088,&quot;y&quot;:3.070857023585381},{&quot;x&quot;:-8.427336176694475,&quot;y&quot;:-13.27335593508577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&quot;,&quot;1&quot;:&quot;#23232300&quot;,&quot;0.55&quot;:&quot;#232323&quot;}},&quot;lineWidth&quot;:2,&quot;lineJoin&quot;:&quot;round&quot;}],&quot;pathSmoothing&quot;:{&quot;type&quot;:&quot;CATMULL_SMOOTHING&quot;,&quot;smoothing&quot;:0.2},&quot;pathMarkers&quot;:{&quot;markerStart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62&quot;},&quot;connectorInfo&quot;:{&quot;connectedObjects&quot;:[],&quot;type&quot;:&quot;QUADRATIC&quot;,&quot;offset&quot;:{&quot;x&quot;:0,&quot;y&quot;:0},&quot;bending&quot;:-0.1,&quot;firstElementIsHead&quot;:true,&quot;customized&quot;:true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9c5785e9-0a2e-4afc-bc2e-186e113936b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9c5785e9-0a2e-4afc-bc2e-186e113936b3&quot;:{&quot;type&quot;:&quot;FIGURE_OBJECT&quot;,&quot;id&quot;:&quot;9c5785e9-0a2e-4afc-bc2e-186e113936b3&quot;,&quot;relativeTransform&quot;:{&quot;translate&quot;:{&quot;x&quot;:-293.3132206829232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66&quot;}},&quot;bd403f04-0851-41bd-9707-a6ecb4fbbe8f&quot;:{&quot;type&quot;:&quot;FIGURE_OBJECT&quot;,&quot;id&quot;:&quot;bd403f04-0851-41bd-9707-a6ecb4fbbe8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2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9c5785e9-0a2e-4afc-bc2e-186e113936b3&quot;,&quot;order&quot;:&quot;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4268d816-086a-465e-b266-ef17527614c7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4268d816-086a-465e-b266-ef17527614c7&quot;:{&quot;type&quot;:&quot;FIGURE_OBJECT&quot;,&quot;id&quot;:&quot;4268d816-086a-465e-b266-ef17527614c7&quot;,&quot;relativeTransform&quot;:{&quot;translate&quot;:{&quot;x&quot;:27.804362126196224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7&quot;}},&quot;2a191e7c-318c-4d78-a53d-e9ff5559e85e&quot;:{&quot;type&quot;:&quot;FIGURE_OBJECT&quot;,&quot;id&quot;:&quot;2a191e7c-318c-4d78-a53d-e9ff5559e85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3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4268d816-086a-465e-b266-ef17527614c7&quot;,&quot;order&quot;:&quot;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59e2aa27-c231-4df1-b02f-e6c930205e6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59e2aa27-c231-4df1-b02f-e6c930205e63&quot;:{&quot;type&quot;:&quot;FIGURE_OBJECT&quot;,&quot;id&quot;:&quot;59e2aa27-c231-4df1-b02f-e6c930205e63&quot;,&quot;relativeTransform&quot;:{&quot;translate&quot;:{&quot;x&quot;:379.19866679434244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72&quot;}},&quot;f32a5ae2-d440-4ab9-933b-083a5100a14b&quot;:{&quot;type&quot;:&quot;FIGURE_OBJECT&quot;,&quot;id&quot;:&quot;f32a5ae2-d440-4ab9-933b-083a5100a14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4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59e2aa27-c231-4df1-b02f-e6c930205e63&quot;,&quot;order&quot;:&quot;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22915a8-8380-472e-9c12-8e1131a31f6d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22915a8-8380-472e-9c12-8e1131a31f6d&quot;:{&quot;type&quot;:&quot;FIGURE_OBJECT&quot;,&quot;id&quot;:&quot;a22915a8-8380-472e-9c12-8e1131a31f6d&quot;,&quot;relativeTransform&quot;:{&quot;translate&quot;:{&quot;x&quot;:-507.96750001737314,&quot;y&quot;:-222.139596068756},&quot;rotate&quot;:0},&quot;layout&quot;:{&quot;sizeRatio&quot;:{&quot;x&quot;:0.88,&quot;y&quot;:0.88},&quot;keepAspectRatio&quot;:true},&quot;opacity&quot;:1,&quot;path&quot;:{&quot;type&quot;:&quot;ELLIPSE&quot;,&quot;size&quot;:{&quot;x&quot;:26.215775692289103,&quot;y&quot;:26.215775692289103}},&quot;pathStyles&quot;:[{&quot;type&quot;:&quot;FILL&quot;,&quot;fillStyle&quot;:&quot;rgba(243, 246, 251, 1)&quot;},{&quot;type&quot;:&quot;STROKE&quot;,&quot;strokeStyle&quot;:&quot;rgba(23,23,23,1)&quot;,&quot;lineWidth&quot;:1.6182164819624956,&quot;lineJoin&quot;:&quot;round&quot;}],&quot;isLocked&quot;:false,&quot;parent&quot;:{&quot;type&quot;:&quot;CHILD&quot;,&quot;parentId&quot;:&quot;1732c59e-243e-4815-899b-fce9a5c7fca8&quot;,&quot;order&quot;:&quot;9776&quot;}},&quot;3040c0ea-825f-4d9d-a255-6d975dc05a91&quot;:{&quot;type&quot;:&quot;FIGURE_OBJECT&quot;,&quot;id&quot;:&quot;3040c0ea-825f-4d9d-a255-6d975dc05a9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23.069882609214403,&quot;y&quot;:22},&quot;targetSize&quot;:{&quot;x&quot;:23.069882609214403,&quot;y&quot;:2},&quot;format&quot;:&quot;BETTER_TEXT&quot;},&quot;parent&quot;:{&quot;type&quot;:&quot;CHILD&quot;,&quot;parentId&quot;:&quot;a22915a8-8380-472e-9c12-8e1131a31f6d&quot;,&quot;order&quot;:&quot;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3e0042da-cda0-4259-9ce8-eb8aaf28981b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3e0042da-cda0-4259-9ce8-eb8aaf28981b&quot;:{&quot;type&quot;:&quot;FIGURE_OBJECT&quot;,&quot;id&quot;:&quot;3e0042da-cda0-4259-9ce8-eb8aaf28981b&quot;,&quot;relativeTransform&quot;:{&quot;translate&quot;:{&quot;x&quot;:451.9782508949428,&quot;y&quot;:-52.31599714425766},&quot;rotate&quot;:1.016913879872832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785&quot;}},&quot;e96ea1c6-ea29-475e-a2ce-a7f8245607e5&quot;:{&quot;type&quot;:&quot;FIGURE_OBJECT&quot;,&quot;id&quot;:&quot;e96ea1c6-ea29-475e-a2ce-a7f8245607e5&quot;,&quot;relativeTransform&quot;:{&quot;translate&quot;:{&quot;x&quot;:2.3147212589955752,&quot;y&quot;:4.482059021359318},&quot;rotate&quot;:-2.4492935982947084e-16},&quot;opacity&quot;:1,&quot;path&quot;:{&quot;type&quot;:&quot;POLY_LINE&quot;,&quot;points&quot;:[{&quot;x&quot;:2.8722162428163496,&quot;y&quot;:3.7046252827587414},{&quot;x&quot;:-2.872216242816538,&quot;y&quot;:-3.7046252827587414}],&quot;closed&quot;:false},&quot;pathStyles&quot;:[{&quot;type&quot;:&quot;FILL&quot;,&quot;fillStyle&quot;:&quot;rgba(0,0,0,0)&quot;},{&quot;type&quot;:&quot;STROKE&quot;,&quot;strokeStyle&quot;:&quot;rgba(236, 125, 0, 0.9372549019607843)&quot;,&quot;lineWidth&quot;:2.2191492295830155,&quot;lineJoin&quot;:&quot;round&quot;}],&quot;isLocked&quot;:false,&quot;parent&quot;:{&quot;type&quot;:&quot;CHILD&quot;,&quot;parentId&quot;:&quot;3e0042da-cda0-4259-9ce8-eb8aaf28981b&quot;,&quot;order&quot;:&quot;2&quot;}},&quot;17693398-dbbd-4128-b35b-feca6c111a8c&quot;:{&quot;type&quot;:&quot;FIGURE_OBJECT&quot;,&quot;id&quot;:&quot;17693398-dbbd-4128-b35b-feca6c111a8c&quot;,&quot;relativeTransform&quot;:{&quot;translate&quot;:{&quot;x&quot;:-6.952636863323073,&quot;y&quot;:1.7621736309970037},&quot;rotate&quot;:-2.4492935982947084e-16},&quot;opacity&quot;:1,&quot;path&quot;:{&quot;type&quot;:&quot;POLY_LINE&quot;,&quot;points&quot;:[{&quot;x&quot;:0.34689463067757315,&quot;y&quot;:4.157652547082242},{&quot;x&quot;:-0.34689463067757315,&quot;y&quot;:-4.157652547082242}],&quot;closed&quot;:false},&quot;pathStyles&quot;:[{&quot;type&quot;:&quot;FILL&quot;,&quot;fillStyle&quot;:&quot;rgba(0,0,0,0)&quot;},{&quot;type&quot;:&quot;STROKE&quot;,&quot;strokeStyle&quot;:&quot;rgba(236, 125, 0, 0.9372549019607843)&quot;,&quot;lineWidth&quot;:2.219149229583016,&quot;lineJoin&quot;:&quot;round&quot;}],&quot;isLocked&quot;:false,&quot;parent&quot;:{&quot;type&quot;:&quot;CHILD&quot;,&quot;parentId&quot;:&quot;3e0042da-cda0-4259-9ce8-eb8aaf28981b&quot;,&quot;order&quot;:&quot;5&quot;}},&quot;d65797b9-e1f8-4199-a011-affe353c3826&quot;:{&quot;type&quot;:&quot;FIGURE_OBJECT&quot;,&quot;id&quot;:&quot;d65797b9-e1f8-4199-a011-affe353c3826&quot;,&quot;relativeTransform&quot;:{&quot;translate&quot;:{&quot;x&quot;:3.546968808869361,&quot;y&quot;:-3.7308605037343914},&quot;rotate&quot;:-0.5160347269141893},&quot;opacity&quot;:1,&quot;path&quot;:{&quot;type&quot;:&quot;POLY_LINE&quot;,&quot;points&quot;:[{&quot;x&quot;:-1.7807052201084461,&quot;y&quot;:3.649353433881421},{&quot;x&quot;:1.7807052201084461,&quot;y&quot;:-3.649353433881421}],&quot;closed&quot;:false},&quot;pathStyles&quot;:[{&quot;type&quot;:&quot;FILL&quot;,&quot;fillStyle&quot;:&quot;rgba(0,0,0,0)&quot;},{&quot;type&quot;:&quot;STROKE&quot;,&quot;strokeStyle&quot;:&quot;rgba(236, 125, 0, 0.9372549019607843)&quot;,&quot;lineWidth&quot;:2.219149229583017,&quot;lineJoin&quot;:&quot;round&quot;}],&quot;isLocked&quot;:false,&quot;parent&quot;:{&quot;type&quot;:&quot;CHILD&quot;,&quot;parentId&quot;:&quot;3e0042da-cda0-4259-9ce8-eb8aaf28981b&quot;,&quot;order&quot;:&quot;7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7a78e39f-8794-4154-a6cf-aa6b6699b2ac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7a78e39f-8794-4154-a6cf-aa6b6699b2ac&quot;:{&quot;type&quot;:&quot;FIGURE_OBJECT&quot;,&quot;id&quot;:&quot;7a78e39f-8794-4154-a6cf-aa6b6699b2ac&quot;,&quot;relativeTransform&quot;:{&quot;translate&quot;:{&quot;x&quot;:394.39421366574345,&quot;y&quot;:-131.5212962404722},&quot;rotate&quot;:0},&quot;opacity&quot;:1,&quot;path&quot;:{&quot;type&quot;:&quot;POLY_LINE&quot;,&quot;points&quot;:[{&quot;x&quot;:33.34235049361408,&quot;y&quot;:0},{&quot;x&quot;:-33.34235049361408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9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cc0b301-472b-41fa-83dc-3deeef81a29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cc0b301-472b-41fa-83dc-3deeef81a293&quot;:{&quot;type&quot;:&quot;FIGURE_OBJECT&quot;,&quot;id&quot;:&quot;acc0b301-472b-41fa-83dc-3deeef81a293&quot;,&quot;relativeTransform&quot;:{&quot;translate&quot;:{&quot;x&quot;:525.4249810094956,&quot;y&quot;:-22.11062894294455},&quot;rotate&quot;:0},&quot;opacity&quot;:1,&quot;path&quot;:{&quot;type&quot;:&quot;POLY_LINE&quot;,&quot;points&quot;:[{&quot;x&quot;:-29.528200744272343,&quot;y&quot;:-0.11491889156954471},{&quot;x&quot;:29.528200744272343,&quot;y&quot;:0.1149188915696390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792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6c7c124f-d204-41db-922f-54272f00b4e4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6c7c124f-d204-41db-922f-54272f00b4e4&quot;:{&quot;type&quot;:&quot;FIGURE_OBJECT&quot;,&quot;id&quot;:&quot;6c7c124f-d204-41db-922f-54272f00b4e4&quot;,&quot;relativeTransform&quot;:{&quot;translate&quot;:{&quot;x&quot;:460.25042248770563,&quot;y&quot;:-94.41956268570758},&quot;rotate&quot;:0},&quot;opacity&quot;:1,&quot;source&quot;:{&quot;id&quot;:&quot;5eb32ccfbfb0b900ab85609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805&quot;}},&quot;fa47851d-669f-4ff6-b342-5cf7df6c306c&quot;:{&quot;type&quot;:&quot;FIGURE_OBJECT&quot;,&quot;id&quot;:&quot;fa47851d-669f-4ff6-b342-5cf7df6c306c&quot;,&quot;name&quot;:&quot;Radar&quot;,&quot;relativeTransform&quot;:{&quot;translate&quot;:{&quot;x&quot;:0,&quot;y&quot;:0},&quot;rotate&quot;:0,&quot;skewX&quot;:0,&quot;scale&quot;:{&quot;x&quot;:0.32567267105470193,&quot;y&quot;:0.32567267105470193}},&quot;opacity&quot;:1,&quot;image&quot;:{&quot;url&quot;:&quot;https://icons.biorender.com/biorender/5a7b6a46c232db0014da97cf/radar.pn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6c7c124f-d204-41db-922f-54272f00b4e4&quot;,&quot;order&quot;:&quot;2&quot;}},&quot;87e65a6f-03ee-41cb-93e5-ce88fe869de1&quot;:{&quot;type&quot;:&quot;FIGURE_OBJECT&quot;,&quot;id&quot;:&quot;87e65a6f-03ee-41cb-93e5-ce88fe869de1&quot;,&quot;relativeTransform&quot;:{&quot;translate&quot;:{&quot;x&quot;:0.0003579976548135082,&quot;y&quot;:0.0003579976548135082},&quot;rotate&quot;:0},&quot;layout&quot;:{&quot;sizeRatio&quot;:{&quot;x&quot;:0.88,&quot;y&quot;:0.88},&quot;keepAspectRatio&quot;:true},&quot;opacity&quot;:1,&quot;path&quot;:{&quot;type&quot;:&quot;ELLIPSE&quot;,&quot;size&quot;:{&quot;x&quot;:24.536106780245973,&quot;y&quot;:24.536106780245973}},&quot;pathStyles&quot;:[{&quot;type&quot;:&quot;FILL&quot;,&quot;fillStyle&quot;:&quot;rgba(116,251,82,1)&quot;},{&quot;type&quot;:&quot;STROKE&quot;,&quot;strokeStyle&quot;:&quot;rgba(47,172,12,1)&quot;,&quot;lineWidth&quot;:1.659478578622685,&quot;lineJoin&quot;:&quot;round&quot;}],&quot;isLocked&quot;:false,&quot;parent&quot;:{&quot;type&quot;:&quot;CHILD&quot;,&quot;parentId&quot;:&quot;6c7c124f-d204-41db-922f-54272f00b4e4&quot;,&quot;order&quot;:&quot;5&quot;}},&quot;35ee317b-22be-4f6f-8ddc-1284a38970df&quot;:{&quot;type&quot;:&quot;FIGURE_OBJECT&quot;,&quot;id&quot;:&quot;35ee317b-22be-4f6f-8ddc-1284a38970d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,&quot;range&quot;:[0,0]}],&quot;text&quot;:&quot;F&quot;,&quot;baseStyle&quot;:{&quot;fontFamily&quot;:&quot;Roboto&quot;,&quot;fontSize&quot;:13.27582862898148,&quot;color&quot;:&quot;rgb(0,0,0)&quot;,&quot;fontWeight&quot;:&quot;normal&quot;,&quot;fontStyle&quot;:&quot;normal&quot;,&quot;decoration&quot;:&quot;none&quot;,&quot;script&quot;:&quot;none&quot;}}],&quot;verticalAlign&quot;:&quot;TOP&quot;},&quot;size&quot;:{&quot;x&quot;:21.591773966616458,&quot;y&quot;:15.76504649691551},&quot;targetSize&quot;:{&quot;x&quot;:21.591773966616458,&quot;y&quot;:2},&quot;format&quot;:&quot;BETTER_TEXT&quot;},&quot;parent&quot;:{&quot;type&quot;:&quot;CHILD&quot;,&quot;parentId&quot;:&quot;87e65a6f-03ee-41cb-93e5-ce88fe869de1&quot;,&quot;order&quot;:&quot;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cbeab0aa-ce7a-4dc4-b00f-dbfcd236ad27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cbeab0aa-ce7a-4dc4-b00f-dbfcd236ad27&quot;:{&quot;type&quot;:&quot;FIGURE_OBJECT&quot;,&quot;id&quot;:&quot;cbeab0aa-ce7a-4dc4-b00f-dbfcd236ad27&quot;,&quot;relativeTransform&quot;:{&quot;translate&quot;:{&quot;x&quot;:435.5154578734226,&quot;y&quot;:-55.69168270136412},&quot;rotate&quot;:0},&quot;opacity&quot;:1,&quot;path&quot;:{&quot;type&quot;:&quot;POLY_LINE&quot;,&quot;points&quot;:[{&quot;x&quot;:2.5582238639672,&quot;y&quot;:21.869738016140968},{&quot;x&quot;:-5.67752919419787,&quot;y&quot;:-0.7062383442188366},{&quot;x&quot;:6.040127424316793,&quot;y&quot;:-21.869738016140968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807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1f277a14-a00f-41e5-8908-bc512102d5da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1f277a14-a00f-41e5-8908-bc512102d5da&quot;:{&quot;type&quot;:&quot;FIGURE_OBJECT&quot;,&quot;id&quot;:&quot;1f277a14-a00f-41e5-8908-bc512102d5da&quot;,&quot;name&quot;:&quot;ssDNA (unwound, for brush)&quot;,&quot;relativeTransform&quot;:{&quot;translate&quot;:{&quot;x&quot;:444.5387720029481,&quot;y&quot;:-149.74149193366912},&quot;rotate&quot;:0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94d2d16f-dfda-4aa6-a9c4-b389a4bb0e97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1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2ef96099-ae18-4145-be32-cd7efe378009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2ef96099-ae18-4145-be32-cd7efe378009&quot;:{&quot;type&quot;:&quot;FIGURE_OBJECT&quot;,&quot;id&quot;:&quot;2ef96099-ae18-4145-be32-cd7efe378009&quot;,&quot;name&quot;:&quot;ssDNA (unwound, for brush)&quot;,&quot;relativeTransform&quot;:{&quot;translate&quot;:{&quot;x&quot;:475.7340767202267,&quot;y&quot;:-137.4703721364433},&quot;rotate&quot;:3.141592653589793},&quot;opacity&quot;:1,&quot;source&quot;:{&quot;id&quot;:&quot;5e75578c52bb9000abea632a&quot;,&quot;type&quot;:&quot;ASSETS&quot;},&quot;path&quot;:{&quot;type&quot;:&quot;POLY_LINE&quot;,&quot;points&quot;:[{&quot;x&quot;:-32.08467418392202,&quot;y&quot;:0},{&quot;x&quot;:32.08467418392202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3ffa8c1c-3e2a-44be-9be7-4e0d8b9dc1ec&quot;,&quot;patternTransform&quot;:{&quot;translate&quot;:{&quot;x&quot;:-9.540979117872439e-17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1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362864b5-7f0d-4726-a6e8-8ab3571df8be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362864b5-7f0d-4726-a6e8-8ab3571df8be&quot;:{&quot;relativeTransform&quot;:{&quot;translate&quot;:{&quot;x&quot;:518.6339715855203,&quot;y&quot;:-136.91745246932697},&quot;rotate&quot;:0},&quot;type&quot;:&quot;FIGURE_OBJECT&quot;,&quot;id&quot;:&quot;362864b5-7f0d-4726-a6e8-8ab3571df8be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6c2501a1-ffc2-4f23-a673-1622db88019a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8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26696782-02b5-42fc-9925-0af5c3b5fb28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26696782-02b5-42fc-9925-0af5c3b5fb28&quot;:{&quot;relativeTransform&quot;:{&quot;translate&quot;:{&quot;x&quot;:518.6339715855203,&quot;y&quot;:-137.38731154555475},&quot;rotate&quot;:0},&quot;type&quot;:&quot;FIGURE_OBJECT&quot;,&quot;id&quot;:&quot;26696782-02b5-42fc-9925-0af5c3b5fb28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940b4aae-cec3-457f-8eea-f871238b0841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82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87f284fd-ecc6-4dcf-a473-1650fbc52b0b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87f284fd-ecc6-4dcf-a473-1650fbc52b0b&quot;:{&quot;type&quot;:&quot;FIGURE_OBJECT&quot;,&quot;id&quot;:&quot;87f284fd-ecc6-4dcf-a473-1650fbc52b0b&quot;,&quot;name&quot;:&quot;Wavy arrow (pulse)&quot;,&quot;relativeTransform&quot;:{&quot;translate&quot;:{&quot;x&quot;:-29.04565049167394,&quot;y&quot;:112.04290214846905},&quot;rotate&quot;:2.337420687720981,&quot;skewX&quot;:8.636888014928419e-17,&quot;scale&quot;:{&quot;x&quot;:-0.283443485108224,&quot;y&quot;:0.2834434851082238}},&quot;opacity&quot;:1,&quot;image&quot;:{&quot;url&quot;:&quot;https://icons.biorender.com/biorender/5b61cc1cbc914a00141936df/wavy-arrow-pulse.png&quot;,&quot;size&quot;:{&quot;x&quot;:254,&quot;y&quot;:77},&quot;isPremium&quot;:false},&quot;source&quot;:{&quot;id&quot;:&quot;5b61cbd1901ecd0014b0cf93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82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e3891fbe-3a10-4474-9d27-cf9007928747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e3891fbe-3a10-4474-9d27-cf9007928747&quot;:{&quot;type&quot;:&quot;FIGURE_OBJECT&quot;,&quot;id&quot;:&quot;e3891fbe-3a10-4474-9d27-cf9007928747&quot;,&quot;name&quot;:&quot;Generic protein (ball)&quot;,&quot;relativeTransform&quot;:{&quot;translate&quot;:{&quot;x&quot;:444.53929628469604,&quot;y&quot;:-131.66330488639625},&quot;rotate&quot;:6.283185307179586,&quot;skewX&quot;:0,&quot;scale&quot;:{&quot;x&quot;:-0.09523123119694112,&quot;y&quot;:0.09523123119694112}},&quot;opacity&quot;:1,&quot;image&quot;:{&quot;url&quot;:&quot;https://icons.biorender.com/biorender/5e2b01714f2cc000281aa3ef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83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4e3af3d1-9fdd-4ac3-8e09-247f2d4647b5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4e3af3d1-9fdd-4ac3-8e09-247f2d4647b5&quot;:{&quot;type&quot;:&quot;FIGURE_OBJECT&quot;,&quot;id&quot;:&quot;4e3af3d1-9fdd-4ac3-8e09-247f2d4647b5&quot;,&quot;name&quot;:&quot;ssDNA (unwound, for brush)&quot;,&quot;relativeTransform&quot;:{&quot;translate&quot;:{&quot;x&quot;:-452.3118336194553,&quot;y&quot;:-74.91784861130893},&quot;rotate&quot;:0},&quot;opacity&quot;:1,&quot;source&quot;:{&quot;id&quot;:&quot;5e75578c52bb9000abea632a&quot;,&quot;type&quot;:&quot;ASSETS&quot;},&quot;path&quot;:{&quot;type&quot;:&quot;POLY_LINE&quot;,&quot;points&quot;:[{&quot;x&quot;:-120.00434948290433,&quot;y&quot;:0},{&quot;x&quot;:120.00434948290433,&quot;y&quot;:0}],&quot;closed&quot;:false},&quot;pathStyles&quot;:[{&quot;type&quot;:&quot;FILL&quot;,&quot;fillStyle&quot;:&quot;rgba(0,0,0,0)&quot;},{&quot;type&quot;:&quot;STROKE&quot;,&quot;strokeStyle&quot;:&quot;rgba(0,0,0,0)&quot;,&quot;lineWidth&quot;:13.41,&quot;lineJoin&quot;:&quot;round&quot;}],&quot;pathSmoothing&quot;:{&quot;type&quot;:&quot;CATMULL_SMOOTHING&quot;,&quot;smoothing&quot;:0.2},&quot;pathPattern&quot;:{&quot;type&quot;:&quot;ROW&quot;,&quot;patternId&quot;:&quot;df731088-974d-4a7e-83b5-92b0b6b4c666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5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4f9efb95-cc94-4146-84d6-f9dd9e0a38fd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4f9efb95-cc94-4146-84d6-f9dd9e0a38fd&quot;:{&quot;type&quot;:&quot;FIGURE_OBJECT&quot;,&quot;id&quot;:&quot;4f9efb95-cc94-4146-84d6-f9dd9e0a38fd&quot;,&quot;name&quot;:&quot;ssDNA (unwound, for brush)&quot;,&quot;relativeTransform&quot;:{&quot;translate&quot;:{&quot;x&quot;:-452.31183361945523,&quot;y&quot;:-89.0474312092801},&quot;rotate&quot;:0},&quot;opacity&quot;:1,&quot;source&quot;:{&quot;id&quot;:&quot;5e75578c52bb9000abea632a&quot;,&quot;type&quot;:&quot;ASSETS&quot;},&quot;path&quot;:{&quot;type&quot;:&quot;POLY_LINE&quot;,&quot;points&quot;:[{&quot;x&quot;:120.00434948290409,&quot;y&quot;:0},{&quot;x&quot;:-120.00434948290413,&quot;y&quot;:0}],&quot;closed&quot;:false},&quot;pathStyles&quot;:[{&quot;type&quot;:&quot;FILL&quot;,&quot;fillStyle&quot;:&quot;rgba(0,0,0,0)&quot;},{&quot;type&quot;:&quot;STROKE&quot;,&quot;strokeStyle&quot;:&quot;rgba(0,0,0,0)&quot;,&quot;lineWidth&quot;:13.41,&quot;lineJoin&quot;:&quot;round&quot;}],&quot;pathSmoothing&quot;:{&quot;type&quot;:&quot;CATMULL_SMOOTHING&quot;,&quot;smoothing&quot;:0.2},&quot;pathPattern&quot;:{&quot;type&quot;:&quot;ROW&quot;,&quot;patternId&quot;:&quot;dd21ac43-f046-463f-8a49-44ad52140073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85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f195836d-139f-4cea-9e3d-a0c2a3000e8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f195836d-139f-4cea-9e3d-a0c2a3000e83&quot;:{&quot;type&quot;:&quot;FIGURE_OBJECT&quot;,&quot;id&quot;:&quot;f195836d-139f-4cea-9e3d-a0c2a3000e83&quot;,&quot;relativeTransform&quot;:{&quot;translate&quot;:{&quot;x&quot;:250.57547184389503,&quot;y&quot;:265.9939532283338},&quot;rotate&quot;:0},&quot;opacity&quot;:1,&quot;path&quot;:{&quot;type&quot;:&quot;POLY_LINE&quot;,&quot;points&quot;:[{&quot;x&quot;:-114.31356428224808,&quot;y&quot;:3.9827012938605746},{&quot;x&quot;:-39.065645127882654,&quot;y&quot;:-2.7250061484308636},{&quot;x&quot;:114.31356428224782,&quot;y&quot;:-2.7250061484308636}],&quot;closed&quot;:false},&quot;pathStyles&quot;:[{&quot;type&quot;:&quot;FILL&quot;,&quot;fillStyle&quot;:&quot;transparent&quot;},{&quot;type&quot;:&quot;STROKE&quot;,&quot;strokeStyle&quot;:&quot;rgba(23,23,23,1)&quot;,&quot;lineWidth&quot;:2.5815791225466422,&quot;lineJoin&quot;:&quot;round&quot;}],&quot;pathSmoothing&quot;:{&quot;type&quot;:&quot;CATMULL_SMOOTHING&quot;,&quot;smoothing&quot;:0.2},&quot;isLocked&quot;:false,&quot;parent&quot;:{&quot;type&quot;:&quot;CHILD&quot;,&quot;parentId&quot;:&quot;1732c59e-243e-4815-899b-fce9a5c7fca8&quot;,&quot;order&quot;:&quot;986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373e5059-1389-48ba-a1c6-f1ad9296ecf7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373e5059-1389-48ba-a1c6-f1ad9296ecf7&quot;:{&quot;type&quot;:&quot;FIGURE_OBJECT&quot;,&quot;id&quot;:&quot;373e5059-1389-48ba-a1c6-f1ad9296ecf7&quot;,&quot;relativeTransform&quot;:{&quot;translate&quot;:{&quot;x&quot;:228.4210995472763,&quot;y&quot;:201.69908501113468},&quot;rotate&quot;:0},&quot;opacity&quot;:1,&quot;path&quot;:{&quot;type&quot;:&quot;POLY_LINE&quot;,&quot;points&quot;:[{&quot;x&quot;:-92.97937420012805,&quot;y&quot;:66.6441757272595},{&quot;x&quot;:-11.919715878631347,&quot;y&quot;:56.698661858473876},{&quot;x&quot;:12.361419691346953,&quot;y&quot;:-60.19473936655651},{&quot;x&quot;:125.25548586059278,&quot;y&quot;:-72.15473137660712}],&quot;closed&quot;:false,&quot;cornerRounding&quot;:{&quot;type&quot;:&quot;ARC_LENGTH&quot;,&quot;global&quot;:71.480020195587}},&quot;pathStyles&quot;:[{&quot;type&quot;:&quot;FILL&quot;,&quot;fillStyle&quot;:&quot;rgba(0,0,0,0)&quot;},{&quot;type&quot;:&quot;STROKE&quot;,&quot;strokeStyle&quot;:&quot;rgba(83,212,47,1)&quot;,&quot;lineWidth&quot;:2.6872651502927165,&quot;lineJoin&quot;:&quot;round&quot;}],&quot;isLocked&quot;:false,&quot;parent&quot;:{&quot;type&quot;:&quot;CHILD&quot;,&quot;parentId&quot;:&quot;1732c59e-243e-4815-899b-fce9a5c7fca8&quot;,&quot;order&quot;:&quot;9862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445338db-bd2b-4614-bcfb-72fa0fb7154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445338db-bd2b-4614-bcfb-72fa0fb71543&quot;:{&quot;type&quot;:&quot;FIGURE_OBJECT&quot;,&quot;id&quot;:&quot;445338db-bd2b-4614-bcfb-72fa0fb71543&quot;,&quot;relativeTransform&quot;:{&quot;translate&quot;:{&quot;x&quot;:251.72156559306072,&quot;y&quot;:197.28562064334403},&quot;rotate&quot;:0},&quot;opacity&quot;:1,&quot;path&quot;:{&quot;type&quot;:&quot;POLY_LINE&quot;,&quot;points&quot;:[{&quot;x&quot;:-116.62343974500725,&quot;y&quot;:-73.42855794578392},{&quot;x&quot;:-116.62343974500725,&quot;y&quot;:73.42855794578392},{&quot;x&quot;:116.62343974500725,&quot;y&quot;:73.42855794578392}],&quot;closed&quot;:false},&quot;pathStyles&quot;:[{&quot;type&quot;:&quot;FILL&quot;,&quot;fillStyle&quot;:&quot;transparent&quot;},{&quot;type&quot;:&quot;STROKE&quot;,&quot;strokeStyle&quot;:&quot;#232323&quot;,&quot;lineWidth&quot;:1.7210527483644287,&quot;lineJoin&quot;:&quot;round&quot;,&quot;dashArray&quot;:[0,0]}],&quot;isLocked&quot;:false,&quot;parent&quot;:{&quot;type&quot;:&quot;CHILD&quot;,&quot;parentId&quot;:&quot;1732c59e-243e-4815-899b-fce9a5c7fca8&quot;,&quot;order&quot;:&quot;986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d13dc9b5-f087-4d7b-9712-33fc2558d9b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d13dc9b5-f087-4d7b-9712-33fc2558d9b3&quot;:{&quot;type&quot;:&quot;FIGURE_OBJECT&quot;,&quot;id&quot;:&quot;d13dc9b5-f087-4d7b-9712-33fc2558d9b3&quot;,&quot;relativeTransform&quot;:{&quot;translate&quot;:{&quot;x&quot;:251.24452837371487,&quot;y&quot;:228.57739283564513},&quot;rotate&quot;:0},&quot;opacity&quot;:1,&quot;path&quot;:{&quot;type&quot;:&quot;POLY_LINE&quot;,&quot;points&quot;:[{&quot;x&quot;:-116.8043254292583,&quot;y&quot;:0},{&quot;x&quot;:116.8043254292583,&quot;y&quot;:0}],&quot;closed&quot;:false},&quot;pathStyles&quot;:[{&quot;type&quot;:&quot;FILL&quot;,&quot;fillStyle&quot;:&quot;rgba(0,0,0,0)&quot;},{&quot;type&quot;:&quot;STROKE&quot;,&quot;strokeStyle&quot;:&quot;rgba(129,134,137,1)&quot;,&quot;lineWidth&quot;:1.6123590901756297,&quot;lineJoin&quot;:&quot;round&quot;,&quot;dashArray&quot;:[5.75678571852389,5.75678571852389]}],&quot;isLocked&quot;:false,&quot;parent&quot;:{&quot;type&quot;:&quot;CHILD&quot;,&quot;parentId&quot;:&quot;1732c59e-243e-4815-899b-fce9a5c7fca8&quot;,&quot;order&quot;:&quot;9872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f93d5b7e-3df1-4df5-9b6f-3e163608ced6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f93d5b7e-3df1-4df5-9b6f-3e163608ced6&quot;:{&quot;type&quot;:&quot;FIGURE_OBJECT&quot;,&quot;id&quot;:&quot;f93d5b7e-3df1-4df5-9b6f-3e163608ced6&quot;,&quot;name&quot;:&quot;ssDNA (unwound, for brush)&quot;,&quot;relativeTransform&quot;:{&quot;translate&quot;:{&quot;x&quot;:116.56225780215833,&quot;y&quot;:-149.74149193366912},&quot;rotate&quot;:0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d8311199-e45b-46af-9abb-958c341911cb&quot;,&quot;patternTransform&quot;:{&quot;translate&quot;:{&quot;x&quot;:-9.540979117872439e-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0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df89945a-1898-4150-9f89-4b10eb5dde46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df89945a-1898-4150-9f89-4b10eb5dde46&quot;:{&quot;relativeTransform&quot;:{&quot;translate&quot;:{&quot;x&quot;:190.65745738473052,&quot;y&quot;:-137.4497856143984},&quot;rotate&quot;:0},&quot;type&quot;:&quot;FIGURE_OBJECT&quot;,&quot;id&quot;:&quot;df89945a-1898-4150-9f89-4b10eb5dde46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69ae614-c76c-4bb1-8450-2e276f3ca413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0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7440657c-1e87-42e5-83e4-d10574b8e999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7440657c-1e87-42e5-83e4-d10574b8e999&quot;:{&quot;relativeTransform&quot;:{&quot;translate&quot;:{&quot;x&quot;:190.65745738473052,&quot;y&quot;:-137.91964469062617},&quot;rotate&quot;:0},&quot;type&quot;:&quot;FIGURE_OBJECT&quot;,&quot;id&quot;:&quot;7440657c-1e87-42e5-83e4-d10574b8e999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3f49add7-4614-4ae1-b77d-e47c5c8beeda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1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f559e8ce-cf1c-42a8-9e0d-58f16ad1616e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f559e8ce-cf1c-42a8-9e0d-58f16ad1616e&quot;:{&quot;relativeTransform&quot;:{&quot;translate&quot;:{&quot;x&quot;:235.67184977171527,&quot;y&quot;:-94.41912092686078},&quot;rotate&quot;:-0.704480103503673},&quot;type&quot;:&quot;FIGURE_OBJECT&quot;,&quot;id&quot;:&quot;f559e8ce-cf1c-42a8-9e0d-58f16ad1616e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75fc9c7c-ef91-4737-9769-17b13ab9490a&quot;,&quot;patternTransform&quot;:{&quot;translate&quot;:{&quot;x&quot;:-0.0029493670886076018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1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6f60b8d-df0f-4825-aeba-05d5c6959865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6f60b8d-df0f-4825-aeba-05d5c6959865&quot;:{&quot;type&quot;:&quot;FIGURE_OBJECT&quot;,&quot;id&quot;:&quot;a6f60b8d-df0f-4825-aeba-05d5c6959865&quot;,&quot;name&quot;:&quot;ssDNA (unwound, for brush)&quot;,&quot;relativeTransform&quot;:{&quot;translate&quot;:{&quot;x&quot;:117.85657858015814,&quot;y&quot;:-4.4078280746316825},&quot;rotate&quot;:3.141592653589793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c30d53fa-7181-4d9d-80c8-bdabe08591a2&quot;,&quot;patternTransform&quot;:{&quot;translate&quot;:{&quot;x&quot;:-9.540979117872439e-17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1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1f00227-46f2-4831-99fe-2cf5ae4a63fb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1f00227-46f2-4831-99fe-2cf5ae4a63fb&quot;:{&quot;relativeTransform&quot;:{&quot;translate&quot;:{&quot;x&quot;:43.761378997585986,&quot;y&quot;:-16.699534393902404},&quot;rotate&quot;:3.141592653589793},&quot;type&quot;:&quot;FIGURE_OBJECT&quot;,&quot;id&quot;:&quot;a1f00227-46f2-4831-99fe-2cf5ae4a63fb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bbb2bf19-ce90-4743-a3de-a7d7a5356def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6533e8cd-d5d5-4d08-b265-9399c86baa71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6533e8cd-d5d5-4d08-b265-9399c86baa71&quot;:{&quot;relativeTransform&quot;:{&quot;translate&quot;:{&quot;x&quot;:43.761378997585986,&quot;y&quot;:-16.229675317674626},&quot;rotate&quot;:3.141592653589793},&quot;type&quot;:&quot;FIGURE_OBJECT&quot;,&quot;id&quot;:&quot;6533e8cd-d5d5-4d08-b265-9399c86baa71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6e9fef4-bd68-42b4-85ae-71b821b7fa48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2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5db7a573-6704-43f2-9711-5e70646ed0cb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5db7a573-6704-43f2-9711-5e70646ed0cb&quot;:{&quot;relativeTransform&quot;:{&quot;translate&quot;:{&quot;x&quot;:-2.5023917559976603,&quot;y&quot;:-59.71302916698016},&quot;rotate&quot;:2.5373117319132694},&quot;type&quot;:&quot;FIGURE_OBJECT&quot;,&quot;id&quot;:&quot;5db7a573-6704-43f2-9711-5e70646ed0cb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,&quot;y&quot;:0},{&quot;x&quot;:21.576042820572194,&quot;y&quot;:0}],&quot;closed&quot;:false},&quot;pathStyles&quot;:[{&quot;type&quot;:&quot;FILL&quot;,&quot;fillStyle&quot;:&quot;rgba(0,0,0,0)&quot;},{&quot;type&quot;:&quot;STROKE&quot;,&quot;strokeStyle&quot;:&quot;rgba(0,0,0,0)&quot;,&quot;lineWidth&quot;:12.499999999999996,&quot;lineJoin&quot;:&quot;round&quot;}],&quot;pathSmoothing&quot;:{&quot;type&quot;:&quot;CATMULL_SMOOTHING&quot;,&quot;smoothing&quot;:0.2},&quot;pathPattern&quot;:{&quot;type&quot;:&quot;ROW&quot;,&quot;patternId&quot;:&quot;00e2ded3-93ca-41c5-9362-a69a574fd624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2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23d49b7f-aaf5-4c60-933d-8860537aac21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23d49b7f-aaf5-4c60-933d-8860537aac21&quot;:{&quot;type&quot;:&quot;FIGURE_OBJECT&quot;,&quot;id&quot;:&quot;23d49b7f-aaf5-4c60-933d-8860537aac21&quot;,&quot;parent&quot;:{&quot;type&quot;:&quot;CHILD&quot;,&quot;parentId&quot;:&quot;1732c59e-243e-4815-899b-fce9a5c7fca8&quot;,&quot;order&quot;:&quot;993&quot;},&quot;relativeTransform&quot;:{&quot;translate&quot;:{&quot;x&quot;:-10.96020050545739,&quot;y&quot;:20.69270673525525},&quot;rotate&quot;:0}},&quot;2520ec20-5224-4787-8064-ec08b9a05676&quot;:{&quot;type&quot;:&quot;FIGURE_OBJECT&quot;,&quot;id&quot;:&quot;2520ec20-5224-4787-8064-ec08b9a05676&quot;,&quot;relativeTransform&quot;:{&quot;translate&quot;:{&quot;x&quot;:135.10611466050108,&quot;y&quot;:-50.89957813579495},&quot;rotate&quot;:0},&quot;opacity&quot;:1,&quot;path&quot;:{&quot;type&quot;:&quot;POLY_LINE&quot;,&quot;points&quot;:[{&quot;x&quot;:2.6419986072076265,&quot;y&quot;:7.6471092270350685},{&quot;x&quot;:-2.6419986072076265,&quot;y&quot;:-7.6471092270350685}],&quot;closed&quot;:false},&quot;pathStyles&quot;:[{&quot;type&quot;:&quot;FILL&quot;,&quot;fillStyle&quot;:&quot;rgba(0,0,0,0)&quot;},{&quot;type&quot;:&quot;STROKE&quot;,&quot;strokeStyle&quot;:&quot;rgba(235, 125, 0, 1)&quot;,&quot;lineWidth&quot;:2.2552101208589654,&quot;lineJoin&quot;:&quot;round&quot;}],&quot;isLocked&quot;:false,&quot;parent&quot;:{&quot;type&quot;:&quot;CHILD&quot;,&quot;parentId&quot;:&quot;23d49b7f-aaf5-4c60-933d-8860537aac21&quot;,&quot;order&quot;:&quot;2&quot;}},&quot;31c6a98d-dc00-439c-be3e-44e98e5dbfcc&quot;:{&quot;type&quot;:&quot;FIGURE_OBJECT&quot;,&quot;id&quot;:&quot;31c6a98d-dc00-439c-be3e-44e98e5dbfcc&quot;,&quot;relativeTransform&quot;:{&quot;translate&quot;:{&quot;x&quot;:177.94161829195042,&quot;y&quot;:-50.66977883002832},&quot;rotate&quot;:0},&quot;opacity&quot;:1,&quot;path&quot;:{&quot;type&quot;:&quot;POLY_LINE&quot;,&quot;points&quot;:[{&quot;x&quot;:-3.231400579090459,&quot;y&quot;:7.41730992126844},{&quot;x&quot;:3.231400579090459,&quot;y&quot;:-7.41730992126844}],&quot;closed&quot;:false},&quot;pathStyles&quot;:[{&quot;type&quot;:&quot;FILL&quot;,&quot;fillStyle&quot;:&quot;rgba(0,0,0,0)&quot;},{&quot;type&quot;:&quot;STROKE&quot;,&quot;strokeStyle&quot;:&quot;rgba(235, 125, 0, 1)&quot;,&quot;lineWidth&quot;:2.255210120858966,&quot;lineJoin&quot;:&quot;round&quot;}],&quot;isLocked&quot;:false,&quot;parent&quot;:{&quot;type&quot;:&quot;CHILD&quot;,&quot;parentId&quot;:&quot;23d49b7f-aaf5-4c60-933d-8860537aac21&quot;,&quot;order&quot;:&quot;5&quot;}},&quot;85cdbe06-21c9-4d40-84a2-00613898b40e&quot;:{&quot;relativeTransform&quot;:{&quot;translate&quot;:{&quot;x&quot;:156.23573848475613,&quot;y&quot;:-38.09311557635238},&quot;rotate&quot;:3.141592653589793},&quot;type&quot;:&quot;FIGURE_OBJECT&quot;,&quot;id&quot;:&quot;85cdbe06-21c9-4d40-84a2-00613898b40e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e1a8ec3-0b66-40d3-8f4e-632c8285ffa0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23d49b7f-aaf5-4c60-933d-8860537aac21&quot;,&quot;order&quot;:&quot;7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0a4119f-e72a-4dba-a923-cde6a6407a78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0a4119f-e72a-4dba-a923-cde6a6407a78&quot;:{&quot;type&quot;:&quot;FIGURE_OBJECT&quot;,&quot;id&quot;:&quot;a0a4119f-e72a-4dba-a923-cde6a6407a78&quot;,&quot;name&quot;:&quot;Sphere&quot;,&quot;relativeTransform&quot;:{&quot;translate&quot;:{&quot;x&quot;:171.08219087763823,&quot;y&quot;:-41.504580591382265},&quot;rotate&quot;:0,&quot;skewX&quot;:0,&quot;scale&quot;:{&quot;x&quot;:0.12176674690477504,&quot;y&quot;:0.12176674690477504}},&quot;opacity&quot;:1,&quot;image&quot;:{&quot;url&quot;:&quot;https://icons.biorender.com/biorender/5bdc6fec8241011200c7f4fe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93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f06ac0b7-0599-4ada-afb3-9d2002b21a05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f06ac0b7-0599-4ada-afb3-9d2002b21a05&quot;:{&quot;type&quot;:&quot;FIGURE_OBJECT&quot;,&quot;id&quot;:&quot;f06ac0b7-0599-4ada-afb3-9d2002b21a05&quot;,&quot;name&quot;:&quot;Sphere&quot;,&quot;relativeTransform&quot;:{&quot;translate&quot;:{&quot;x&quot;:120.44210307548026,&quot;y&quot;:-41.50458059138227},&quot;rotate&quot;:0,&quot;skewX&quot;:0,&quot;scale&quot;:{&quot;x&quot;:0.12176674690477504,&quot;y&quot;:0.12176674690477504}},&quot;opacity&quot;:1,&quot;image&quot;:{&quot;url&quot;:&quot;https://icons.biorender.com/biorender/5bdc6fec8241011200c7f505/sphere.pn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94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b25f7129-a454-4fed-9a5d-4e6b179af299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b25f7129-a454-4fed-9a5d-4e6b179af299&quot;:{&quot;type&quot;:&quot;FIGURE_OBJECT&quot;,&quot;id&quot;:&quot;b25f7129-a454-4fed-9a5d-4e6b179af299&quot;,&quot;relativeTransform&quot;:{&quot;translate&quot;:{&quot;x&quot;:470.25399810669114,&quot;y&quot;:-155.7728318702167},&quot;rotate&quot;:0},&quot;opacity&quot;:1,&quot;path&quot;:{&quot;type&quot;:&quot;POLY_LINE&quot;,&quot;points&quot;:[{&quot;x&quot;:-22.100452833064992,&quot;y&quot;:16.494978757036044},{&quot;x&quot;:-1.7952593830675219,&quot;y&quot;:-16.494978757036044},{&quot;x&quot;:22.100452833064846,&quot;y&quot;:-16.494978757036044}],&quot;closed&quot;:false},&quot;pathStyles&quot;:[{&quot;type&quot;:&quot;FILL&quot;,&quot;fillStyle&quot;:&quot;rgba(0,0,0,0)&quot;},{&quot;type&quot;:&quot;STROKE&quot;,&quot;strokeStyle&quot;:&quot;#232323&quot;,&quot;lineWidth&quot;:1.659478578622685,&quot;lineJoin&quot;:&quot;round&quot;}],&quot;pathMarkers&quot;:{&quot;markerStart&quot;:{&quot;type&quot;:&quot;PATH&quot;,&quot;units&quot;:{&quot;type&quot;:&quot;STROKE_WIDTH&quot;,&quot;scale&quot;:0.9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95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8f4b5a52-1a1d-4eae-b4de-c27cfa648ba5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8f4b5a52-1a1d-4eae-b4de-c27cfa648ba5&quot;:{&quot;type&quot;:&quot;FIGURE_OBJECT&quot;,&quot;id&quot;:&quot;8f4b5a52-1a1d-4eae-b4de-c27cfa648ba5&quot;,&quot;name&quot;:&quot;ssDNA (unwound, for brush)&quot;,&quot;relativeTransform&quot;:{&quot;translate&quot;:{&quot;x&quot;:446.5749110865243,&quot;y&quot;:-4.4078280746316825},&quot;rotate&quot;:-3.141592653589793},&quot;opacity&quot;:1,&quot;source&quot;:{&quot;id&quot;:&quot;5e75578c52bb9000abea632a&quot;,&quot;type&quot;:&quot;ASSETS&quot;},&quot;path&quot;:{&quot;type&quot;:&quot;POLY_LINE&quot;,&quot;points&quot;:[{&quot;x&quot;:102.17337752850008,&quot;y&quot;:0},{&quot;x&quot;:-102.17337752850008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79943f72-3d6c-4fa6-9b0e-6dd767923288&quot;,&quot;patternTransform&quot;:{&quot;translate&quot;:{&quot;x&quot;:-9.540979117872439e-17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5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a2eb4787-ff62-46df-82b5-41040e5441fa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a2eb4787-ff62-46df-82b5-41040e5441fa&quot;:{&quot;type&quot;:&quot;FIGURE_OBJECT&quot;,&quot;id&quot;:&quot;a2eb4787-ff62-46df-82b5-41040e5441fa&quot;,&quot;name&quot;:&quot;ssDNA (unwound, for brush)&quot;,&quot;relativeTransform&quot;:{&quot;translate&quot;:{&quot;x&quot;:415.3796063692457,&quot;y&quot;:-16.146614726786083},&quot;rotate&quot;:1.99159850020592e-16},&quot;opacity&quot;:1,&quot;source&quot;:{&quot;id&quot;:&quot;5e75578c52bb9000abea632a&quot;,&quot;type&quot;:&quot;ASSETS&quot;},&quot;path&quot;:{&quot;type&quot;:&quot;POLY_LINE&quot;,&quot;points&quot;:[{&quot;x&quot;:-32.08467418392202,&quot;y&quot;:0},{&quot;x&quot;:32.08467418392202,&quot;y&quot;:0}],&quot;closed&quot;:false},&quot;pathStyles&quot;:[{&quot;type&quot;:&quot;FILL&quot;,&quot;fillStyle&quot;:&quot;rgba(0,0,0,0)&quot;},{&quot;type&quot;:&quot;STROKE&quot;,&quot;strokeStyle&quot;:&quot;rgba(0,0,0,0)&quot;,&quot;lineWidth&quot;:13.4825720482349,&quot;lineJoin&quot;:&quot;round&quot;}],&quot;pathSmoothing&quot;:{&quot;type&quot;:&quot;CATMULL_SMOOTHING&quot;,&quot;smoothing&quot;:0.2},&quot;pathPattern&quot;:{&quot;type&quot;:&quot;ROW&quot;,&quot;patternId&quot;:&quot;8963c74c-40bd-497a-a809-78ea9d92d653&quot;,&quot;patternTransform&quot;:{&quot;translate&quot;:{&quot;x&quot;:-9.540979117872439e-17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4.626329252991495,&quot;align&quot;:&quot;CENTER&quot;},&quot;isPremium&quot;:true},&quot;isLocked&quot;:false,&quot;parent&quot;:{&quot;type&quot;:&quot;CHILD&quot;,&quot;parentId&quot;:&quot;1732c59e-243e-4815-899b-fce9a5c7fca8&quot;,&quot;order&quot;:&quot;995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85bf4f42-eab0-4ebd-ba90-65a18d0475b9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85bf4f42-eab0-4ebd-ba90-65a18d0475b9&quot;:{&quot;relativeTransform&quot;:{&quot;translate&quot;:{&quot;x&quot;:372.47971150395216,&quot;y&quot;:-16.69953439390244},&quot;rotate&quot;:-3.141592653589793},&quot;type&quot;:&quot;FIGURE_OBJECT&quot;,&quot;id&quot;:&quot;85bf4f42-eab0-4ebd-ba90-65a18d0475b9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a00b130c-3410-44f7-afa9-a61252c26cf6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6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d28415f6-c94b-481a-b7eb-2672a46ffeec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d28415f6-c94b-481a-b7eb-2672a46ffeec&quot;:{&quot;relativeTransform&quot;:{&quot;translate&quot;:{&quot;x&quot;:372.47971150395216,&quot;y&quot;:-16.229675317674662},&quot;rotate&quot;:-3.141592653589793},&quot;type&quot;:&quot;FIGURE_OBJECT&quot;,&quot;id&quot;:&quot;d28415f6-c94b-481a-b7eb-2672a46ffeec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4fb33ee6-c209-4f57-aead-fbe72421bb6d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6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1e2d36ee-3dec-452b-8c61-da6bcb763a25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1e2d36ee-3dec-452b-8c61-da6bcb763a25&quot;:{&quot;type&quot;:&quot;FIGURE_OBJECT&quot;,&quot;id&quot;:&quot;1e2d36ee-3dec-452b-8c61-da6bcb763a25&quot;,&quot;parent&quot;:{&quot;type&quot;:&quot;CHILD&quot;,&quot;parentId&quot;:&quot;1732c59e-243e-4815-899b-fce9a5c7fca8&quot;,&quot;order&quot;:&quot;9965&quot;},&quot;relativeTransform&quot;:{&quot;translate&quot;:{&quot;x&quot;:13.584974478812795,&quot;y&quot;:20.69270673525525},&quot;rotate&quot;:0}},&quot;4a6940d4-e3a4-47f0-9fad-cb6583cb9666&quot;:{&quot;type&quot;:&quot;FIGURE_OBJECT&quot;,&quot;id&quot;:&quot;4a6940d4-e3a4-47f0-9fad-cb6583cb9666&quot;,&quot;relativeTransform&quot;:{&quot;translate&quot;:{&quot;x&quot;:474.22252860402597,&quot;y&quot;:-49.69402482948224},&quot;rotate&quot;:0},&quot;opacity&quot;:1,&quot;path&quot;:{&quot;type&quot;:&quot;POLY_LINE&quot;,&quot;points&quot;:[{&quot;x&quot;:-3.231400579090459,&quot;y&quot;:7.41730992126844},{&quot;x&quot;:3.231400579090459,&quot;y&quot;:-7.41730992126844}],&quot;closed&quot;:false},&quot;pathStyles&quot;:[{&quot;type&quot;:&quot;FILL&quot;,&quot;fillStyle&quot;:&quot;rgba(0,0,0,0)&quot;},{&quot;type&quot;:&quot;STROKE&quot;,&quot;strokeStyle&quot;:&quot;rgba(235, 125, 0, 1)&quot;,&quot;lineWidth&quot;:2.255210120858966,&quot;lineJoin&quot;:&quot;round&quot;}],&quot;isLocked&quot;:false,&quot;parent&quot;:{&quot;type&quot;:&quot;CHILD&quot;,&quot;parentId&quot;:&quot;1e2d36ee-3dec-452b-8c61-da6bcb763a25&quot;,&quot;order&quot;:&quot;2&quot;}},&quot;9eafd712-0b14-4213-ba60-347636af6e38&quot;:{&quot;relativeTransform&quot;:{&quot;translate&quot;:{&quot;x&quot;:452.51664879683165,&quot;y&quot;:-37.1173615758063},&quot;rotate&quot;:3.141592653589793},&quot;type&quot;:&quot;FIGURE_OBJECT&quot;,&quot;id&quot;:&quot;9eafd712-0b14-4213-ba60-347636af6e38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-21.576042820572216,&quot;y&quot;:0},{&quot;x&quot;:21.5760428205722,&quot;y&quot;:0}],&quot;closed&quot;:false},&quot;pathStyles&quot;:[{&quot;type&quot;:&quot;FILL&quot;,&quot;fillStyle&quot;:&quot;rgba(0,0,0,0)&quot;},{&quot;type&quot;:&quot;STROKE&quot;,&quot;strokeStyle&quot;:&quot;rgba(0,0,0,0)&quot;,&quot;lineWidth&quot;:12.5,&quot;lineJoin&quot;:&quot;round&quot;}],&quot;pathSmoothing&quot;:{&quot;type&quot;:&quot;CATMULL_SMOOTHING&quot;,&quot;smoothing&quot;:0.2},&quot;pathPattern&quot;:{&quot;type&quot;:&quot;ROW&quot;,&quot;patternId&quot;:&quot;64a51a44-3762-481a-926b-f96886d22ffb&quot;,&quot;patternTransform&quot;:{&quot;translate&quot;:{&quot;x&quot;:-0.0029493670886076018,&quot;y&quot;:-0.5},&quot;rotate&quot;:1.2246467991473532e-16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e2d36ee-3dec-452b-8c61-da6bcb763a25&quot;,&quot;order&quot;:&quot;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2591691e-de84-46be-aa02-b462edf88d8f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2591691e-de84-46be-aa02-b462edf88d8f&quot;:{&quot;type&quot;:&quot;FIGURE_OBJECT&quot;,&quot;id&quot;:&quot;2591691e-de84-46be-aa02-b462edf88d8f&quot;,&quot;name&quot;:&quot;Generic protein (ball)&quot;,&quot;relativeTransform&quot;:{&quot;translate&quot;:{&quot;x&quot;:451.9783476681,&quot;y&quot;:-23.7125409384887},&quot;rotate&quot;:3.141592653589793,&quot;skewX&quot;:0,&quot;scale&quot;:{&quot;x&quot;:-0.09523123119694112,&quot;y&quot;:0.09523123119694112}},&quot;opacity&quot;:1,&quot;image&quot;:{&quot;url&quot;:&quot;https://icons.biorender.com/biorender/5e2b01714f2cc000281aa3ef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1732c59e-243e-4815-899b-fce9a5c7fca8&quot;,&quot;order&quot;:&quot;997&quot;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343efa45-0226-4924-be7f-5cc724837df3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343efa45-0226-4924-be7f-5cc724837df3&quot;:{&quot;relativeTransform&quot;:{&quot;translate&quot;:{&quot;x&quot;:38.9152684181884,&quot;y&quot;:-116.12495308421265},&quot;rotate&quot;:2.572893676473628},&quot;type&quot;:&quot;FIGURE_OBJECT&quot;,&quot;id&quot;:&quot;343efa45-0226-4924-be7f-5cc724837df3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f01833b4-cddb-48b4-aae2-a5d30050aa24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72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9d618941-c878-4308-be9c-e8ba985ebc4d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9d618941-c878-4308-be9c-e8ba985ebc4d&quot;:{&quot;relativeTransform&quot;:{&quot;translate&quot;:{&quot;x&quot;:199.2383713569769,&quot;y&quot;:-63.67635406223075},&quot;rotate&quot;:0.5505389070846118},&quot;type&quot;:&quot;FIGURE_OBJECT&quot;,&quot;id&quot;:&quot;9d618941-c878-4308-be9c-e8ba985ebc4d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b4c16779-eaf3-4858-903e-69c3f158661d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7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7b3a5416-01d3-4046-a53f-df6694293ed5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7b3a5416-01d3-4046-a53f-df6694293ed5&quot;:{&quot;relativeTransform&quot;:{&quot;translate&quot;:{&quot;x&quot;:76.23936499072266,&quot;y&quot;:-87.4748802590443},&quot;rotate&quot;:0.6836722448025219},&quot;type&quot;:&quot;FIGURE_OBJECT&quot;,&quot;id&quot;:&quot;7b3a5416-01d3-4046-a53f-df6694293ed5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8ba2822f-99c5-4740-83c8-79a903a07730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8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95276a8d-2737-493c-8b9f-04ca1f9745a9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95276a8d-2737-493c-8b9f-04ca1f9745a9&quot;:{&quot;relativeTransform&quot;:{&quot;translate&quot;:{&quot;x&quot;:132.52501102723326,&quot;y&quot;:-90.99100039028971},&quot;rotate&quot;:2.7556194410866484},&quot;type&quot;:&quot;FIGURE_OBJECT&quot;,&quot;id&quot;:&quot;95276a8d-2737-493c-8b9f-04ca1f9745a9&quot;,&quot;name&quot;:&quot;ssDNA brush 2 (straight) &quot;,&quot;displayName&quot;:&quot;Unwound ssDNA brush (straight) [single]&quot;,&quot;opacity&quot;:1,&quot;source&quot;:{&quot;id&quot;:&quot;5ee8e24fc07fdd00b4edfd1b&quot;,&quot;type&quot;:&quot;ASSETS&quot;},&quot;path&quot;:{&quot;type&quot;:&quot;POLY_LINE&quot;,&quot;points&quot;:[{&quot;x&quot;:7.482609848344566,&quot;y&quot;:0},{&quot;x&quot;:-7.482609848344563,&quot;y&quot;:0}],&quot;closed&quot;:false},&quot;pathStyles&quot;:[{&quot;type&quot;:&quot;FILL&quot;,&quot;fillStyle&quot;:&quot;rgba(0,0,0,0)&quot;},{&quot;type&quot;:&quot;STROKE&quot;,&quot;strokeStyle&quot;:&quot;rgba(0,0,0,0)&quot;,&quot;lineWidth&quot;:12.499999999999998,&quot;lineJoin&quot;:&quot;round&quot;}],&quot;pathSmoothing&quot;:{&quot;type&quot;:&quot;CATMULL_SMOOTHING&quot;,&quot;smoothing&quot;:0.2},&quot;pathPattern&quot;:{&quot;type&quot;:&quot;ROW&quot;,&quot;patternId&quot;:&quot;5daef854-3fa2-411f-8d2c-843c259e843f&quot;,&quot;patternTransform&quot;:{&quot;translate&quot;:{&quot;x&quot;:-0.0029493670886076018,&quot;y&quot;:0.5},&quot;rotate&quot;:3.141592653589793,&quot;skewX&quot;:0,&quot;scale&quot;:{&quot;x&quot;:-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732c59e-243e-4815-899b-fce9a5c7fca8&quot;,&quot;order&quot;:&quot;9985&quot;},&quot;isPremium&quot;:true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22f52239572f2dc8949e40"/>
  <p:tag name="FIGURESLIDEID" val="1732c59e-243e-4815-899b-fce9a5c7fca8"/>
  <p:tag name="SELECTIONIDS" val="0c493bff-db96-44b2-bbd5-86dbebe6c8bc"/>
  <p:tag name="TRANSPARENTBACKGROUND" val="true"/>
  <p:tag name="VERSION" val="1763898684110"/>
  <p:tag name="TITLE" val="Fluorescent Probe-Based Real Time PCR"/>
  <p:tag name="CREATORNAME" val="Elizabeth Allan"/>
  <p:tag name="DATEINSERTED" val="1763898684582"/>
  <p:tag name="DPI" val="300"/>
  <p:tag name="BIOJSON" val="{&quot;id&quot;:&quot;883a7143-0916-47e3-bed3-c6668cd841c7&quot;,&quot;objects&quot;:{&quot;0c493bff-db96-44b2-bbd5-86dbebe6c8bc&quot;:{&quot;type&quot;:&quot;FIGURE_OBJECT&quot;,&quot;id&quot;:&quot;0c493bff-db96-44b2-bbd5-86dbebe6c8bc&quot;,&quot;relativeTransform&quot;:{&quot;translate&quot;:{&quot;x&quot;:13.41089736516898,&quot;y&quot;:-38.11655347905218},&quot;rotate&quot;:-2.4492935982947064e-16},&quot;opacity&quot;:1,&quot;path&quot;:{&quot;type&quot;:&quot;POLY_LINE&quot;,&quot;points&quot;:[{&quot;x&quot;:8.427336176694475,&quot;y&quot;:13.273355935085775},{&quot;x&quot;:-5.631803256589088,&quot;y&quot;:3.070857023585381},{&quot;x&quot;:-8.427336176694475,&quot;y&quot;:-13.27335593508577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&quot;,&quot;1&quot;:&quot;#23232300&quot;,&quot;0.55&quot;:&quot;#232323&quot;}},&quot;lineWidth&quot;:2,&quot;lineJoin&quot;:&quot;round&quot;}],&quot;pathSmoothing&quot;:{&quot;type&quot;:&quot;CATMULL_SMOOTHING&quot;,&quot;smoothing&quot;:0.2},&quot;pathMarkers&quot;:{&quot;markerStart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732c59e-243e-4815-899b-fce9a5c7fca8&quot;,&quot;order&quot;:&quot;999&quot;},&quot;connectorInfo&quot;:{&quot;connectedObjects&quot;:[],&quot;type&quot;:&quot;QUADRATIC&quot;,&quot;offset&quot;:{&quot;x&quot;:0,&quot;y&quot;:0},&quot;bending&quot;:-0.1,&quot;firstElementIsHead&quot;:true,&quot;customized&quot;:true}},&quot;1732c59e-243e-4815-899b-fce9a5c7fca8&quot;:{&quot;type&quot;:&quot;FIGURE_OBJECT&quot;,&quot;id&quot;:&quot;1732c59e-243e-4815-899b-fce9a5c7fca8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883a7143-0916-47e3-bed3-c6668cd841c7&quot;,&quot;order&quot;:&quot;5&quot;},&quot;source&quot;:{&quot;id&quot;:&quot;5ebbfba4ad592700b02bd8fd&quot;,&quot;type&quot;:&quot;TEMPLATES&quot;}},&quot;883a7143-0916-47e3-bed3-c6668cd841c7&quot;:{&quot;id&quot;:&quot;883a7143-0916-47e3-bed3-c6668cd841c7&quot;,&quot;type&quot;:&quot;FIGURE_OBJECT&quot;,&quot;document&quot;:{&quot;type&quot;:&quot;DOCUMENT_GROUP&quot;,&quot;canvasType&quot;:&quot;FIGURE&quot;,&quot;units&quot;:&quot;in&quot;},&quot;source&quot;:{&quot;id&quot;:&quot;5ebbfba4ad592700b02bd8fd&quot;,&quot;type&quot;:&quot;TEMPLATES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254</Words>
  <Application>Microsoft Office PowerPoint</Application>
  <PresentationFormat>Custom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Roboto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Ramon Gallego Simon</cp:lastModifiedBy>
  <cp:revision>1</cp:revision>
  <dcterms:created xsi:type="dcterms:W3CDTF">2025-11-23T11:51:25Z</dcterms:created>
  <dcterms:modified xsi:type="dcterms:W3CDTF">2025-11-24T11:07:21Z</dcterms:modified>
</cp:coreProperties>
</file>